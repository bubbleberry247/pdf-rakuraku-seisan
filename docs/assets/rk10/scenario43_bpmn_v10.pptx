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" d="100"/>
          <a:sy n="19" d="100"/>
        </p:scale>
        <p:origin x="133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3DB3ED-3B00-1DEE-6CF4-D57E3DCE1E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F59E78E-3904-FF09-415E-052B9ABE40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8376B7F-E5F3-1BB0-0D91-110B20622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9CB28-FFF2-4470-862E-49EB4A9F5E72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ECF9B9-7349-24C0-0E66-6F53B3224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60191A-FCED-BA30-DEC5-4E1C121F5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22943-30A9-408C-B0F5-4C0563458F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9488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4CE260-F181-18C7-AE0D-6123501B2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5B28CE-1D42-24AE-6F00-1AD8C249E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DD27F4-C093-CFB3-52B1-7A5DAA9DD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9CB28-FFF2-4470-862E-49EB4A9F5E72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6F64F9-135F-F9C9-43F0-31BFDFA0A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8C5D8C-BAED-0F33-EFE4-2FB1F8583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22943-30A9-408C-B0F5-4C0563458F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1783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C5F11F-5E47-2237-6FDA-4015107C7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B6D00AD-F6B6-E609-756D-1DF7C8E30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1E43BFB-34AF-2B55-C3DA-966ECE535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9CB28-FFF2-4470-862E-49EB4A9F5E72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1DCBB0-01DB-E57F-A039-C6FDB0477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0DEB4E-2193-40FD-8364-AD74BE5CA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22943-30A9-408C-B0F5-4C0563458F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5223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37063C-2499-8655-8070-C56B199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50F37C-2603-9489-0517-004E1F828F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BFCD58B-F739-6F6B-5B7E-09E9DD96EF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CE5FC6F-FD7B-64A1-2186-A96DFB8CB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9CB28-FFF2-4470-862E-49EB4A9F5E72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2A3AFDF-018C-F02D-D98C-4BF636766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C41B8CC-7E9B-7872-7780-3EC2BB837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22943-30A9-408C-B0F5-4C0563458F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0427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089D37-74F0-5544-3747-76EA7206E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065CC2E-D76B-F170-22AF-EE62D70C8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F6CD8DA-F03F-9406-22D6-3DEA12CD44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4F3EB1C-35D1-B0A3-F7FD-36D37F8ABE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8B91705-FD7A-3B31-9837-86457386F6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9A306BD-48A0-DB35-D059-ED3701884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9CB28-FFF2-4470-862E-49EB4A9F5E72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54D46C6-9FF0-58DF-581F-A9BCEDB42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69A6896-AE37-D8A1-6FD2-D668A4DCE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22943-30A9-408C-B0F5-4C0563458F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5851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A0AB86-0215-A5FA-DA06-FCE23D1B7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37935E0-86B7-2827-1EBB-3C195C6CC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9CB28-FFF2-4470-862E-49EB4A9F5E72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62DEFEF-38D0-C44B-CCBE-E9F3EAD19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AFC6EF8-19D4-B442-5A8A-F4C43F30D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22943-30A9-408C-B0F5-4C0563458F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3570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F5CC688-AB3F-01EE-0D63-00A8AC15C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9CB28-FFF2-4470-862E-49EB4A9F5E72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9E7BAD3-A4EC-E80E-30F1-B87128E85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60E6D1-8CB0-C980-4A0C-39BEF39BE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22943-30A9-408C-B0F5-4C0563458F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874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0A3061-9635-1473-A309-1A984E051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115785-27AD-373A-B936-20DF41C34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047D3A2-4F20-BE84-212F-9F046EE744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2D20C29-7B76-DF55-DAE2-84ABA921C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9CB28-FFF2-4470-862E-49EB4A9F5E72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5A4212E-AE21-CF29-941B-39977046B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2891E58-8D2A-7A7F-F9F1-57EE95762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22943-30A9-408C-B0F5-4C0563458F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3543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E6641D-97BC-F351-68BE-896AF6F2C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766FA03-C71F-409E-2101-8C94F6E06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E9E82BA-7BB9-4AE9-F280-6EB0917C3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88E2201-CB59-A174-AA56-EAAF4DF74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9CB28-FFF2-4470-862E-49EB4A9F5E72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6A3B528-D78F-300D-F7DB-29D419B50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42F0C3F-40F2-DA2A-A513-17A26749E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22943-30A9-408C-B0F5-4C0563458F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1515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6DBAB5-DE45-D768-1728-0E7F03D1D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7AE8C20-C48B-1D57-2E56-EBEFC08EB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33CE155-2163-A765-AC5B-BE699991E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9CB28-FFF2-4470-862E-49EB4A9F5E72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ECC294-98F5-A42B-EBB8-30CFB2B2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BD76CC-0A70-BFB9-36B2-F70428D59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22943-30A9-408C-B0F5-4C0563458F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033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DD525EC-A27B-B689-7329-8E658CBD89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CC547CF-958D-3890-A12A-1E33753662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41C1A3-F33D-DED4-A3F8-A0135ADD0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9CB28-FFF2-4470-862E-49EB4A9F5E72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AC0EA5-9B7F-AFB4-6482-D47147291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733946-48C3-6E7F-0741-8939603AB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22943-30A9-408C-B0F5-4C0563458F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9227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EB6D71C-DD18-BBA5-9FD7-F5CE2050B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4315C7C-9ED8-A140-9B1E-93800AA0E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FE05E9-8D0C-531B-F9F5-E9F15B1CD7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39CB28-FFF2-4470-862E-49EB4A9F5E72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60B1F3-B222-9628-0183-34D98A184A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1FD0E5-984D-0EC0-8D68-B01FBD3F24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D22943-30A9-408C-B0F5-4C0563458F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7336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E33AD9B-012D-F5F5-E474-CA7F78EA9C37}"/>
              </a:ext>
            </a:extLst>
          </p:cNvPr>
          <p:cNvSpPr txBox="1"/>
          <p:nvPr/>
        </p:nvSpPr>
        <p:spPr>
          <a:xfrm>
            <a:off x="381000" y="1270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400" b="1">
                <a:latin typeface="Yu Gothic" panose="020B0400000000000000" pitchFamily="50" charset="-128"/>
              </a:rPr>
              <a:t>シナリオ</a:t>
            </a:r>
            <a:r>
              <a:rPr kumimoji="1" lang="en-US" altLang="ja-JP" sz="2400" b="1">
                <a:latin typeface="Yu Gothic" panose="020B0400000000000000" pitchFamily="50" charset="-128"/>
              </a:rPr>
              <a:t>43 BPMN</a:t>
            </a:r>
            <a:r>
              <a:rPr kumimoji="1" lang="ja-JP" altLang="en-US" sz="2400" b="1">
                <a:latin typeface="Yu Gothic" panose="020B0400000000000000" pitchFamily="50" charset="-128"/>
              </a:rPr>
              <a:t>（</a:t>
            </a:r>
            <a:r>
              <a:rPr kumimoji="1" lang="en-US" altLang="ja-JP" sz="2400" b="1">
                <a:latin typeface="Yu Gothic" panose="020B0400000000000000" pitchFamily="50" charset="-128"/>
              </a:rPr>
              <a:t>ETC</a:t>
            </a:r>
            <a:r>
              <a:rPr kumimoji="1" lang="ja-JP" altLang="en-US" sz="2400" b="1">
                <a:latin typeface="Yu Gothic" panose="020B0400000000000000" pitchFamily="50" charset="-128"/>
              </a:rPr>
              <a:t>明細作成）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3A9AD41-C815-0FFA-787E-9863CB25A752}"/>
              </a:ext>
            </a:extLst>
          </p:cNvPr>
          <p:cNvSpPr/>
          <p:nvPr/>
        </p:nvSpPr>
        <p:spPr>
          <a:xfrm>
            <a:off x="254000" y="889000"/>
            <a:ext cx="11684000" cy="13970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7A7537D-E575-3B06-6469-EE5A8839CA78}"/>
              </a:ext>
            </a:extLst>
          </p:cNvPr>
          <p:cNvSpPr txBox="1"/>
          <p:nvPr/>
        </p:nvSpPr>
        <p:spPr>
          <a:xfrm>
            <a:off x="381000" y="9906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 b="1">
                <a:latin typeface="Yu Gothic" panose="020B0400000000000000" pitchFamily="50" charset="-128"/>
              </a:rPr>
              <a:t>RPA(RK10)</a:t>
            </a:r>
            <a:endParaRPr kumimoji="1" lang="ja-JP" altLang="en-US" sz="1200" b="1">
              <a:latin typeface="Yu Gothic" panose="020B04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50592B5-43E0-F359-53D8-40608F4050DC}"/>
              </a:ext>
            </a:extLst>
          </p:cNvPr>
          <p:cNvSpPr/>
          <p:nvPr/>
        </p:nvSpPr>
        <p:spPr>
          <a:xfrm>
            <a:off x="254000" y="2286000"/>
            <a:ext cx="11684000" cy="13970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9C3002C-A182-62C9-A5BF-C5D4A372E9A2}"/>
              </a:ext>
            </a:extLst>
          </p:cNvPr>
          <p:cNvSpPr txBox="1"/>
          <p:nvPr/>
        </p:nvSpPr>
        <p:spPr>
          <a:xfrm>
            <a:off x="381000" y="23876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 b="1">
                <a:latin typeface="Yu Gothic" panose="020B0400000000000000" pitchFamily="50" charset="-128"/>
              </a:rPr>
              <a:t>ETC</a:t>
            </a:r>
            <a:r>
              <a:rPr kumimoji="1" lang="ja-JP" altLang="en-US" sz="1200" b="1">
                <a:latin typeface="Yu Gothic" panose="020B0400000000000000" pitchFamily="50" charset="-128"/>
              </a:rPr>
              <a:t>サイト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1B51E6A-E9B0-CCE7-70D2-A83267501921}"/>
              </a:ext>
            </a:extLst>
          </p:cNvPr>
          <p:cNvSpPr/>
          <p:nvPr/>
        </p:nvSpPr>
        <p:spPr>
          <a:xfrm>
            <a:off x="254000" y="3683000"/>
            <a:ext cx="11684000" cy="13970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A53BECD-FFF5-1E94-A01F-A5BA7FF9AC1F}"/>
              </a:ext>
            </a:extLst>
          </p:cNvPr>
          <p:cNvSpPr txBox="1"/>
          <p:nvPr/>
        </p:nvSpPr>
        <p:spPr>
          <a:xfrm>
            <a:off x="381000" y="37846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200" b="1">
                <a:latin typeface="Yu Gothic" panose="020B0400000000000000" pitchFamily="50" charset="-128"/>
              </a:rPr>
              <a:t>ローカル</a:t>
            </a:r>
            <a:r>
              <a:rPr kumimoji="1" lang="en-US" altLang="ja-JP" sz="1200" b="1">
                <a:latin typeface="Yu Gothic" panose="020B0400000000000000" pitchFamily="50" charset="-128"/>
              </a:rPr>
              <a:t>/</a:t>
            </a:r>
            <a:r>
              <a:rPr kumimoji="1" lang="ja-JP" altLang="en-US" sz="1200" b="1">
                <a:latin typeface="Yu Gothic" panose="020B0400000000000000" pitchFamily="50" charset="-128"/>
              </a:rPr>
              <a:t>ファイル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8E0378F-996F-E253-AC4A-A71C37E3B2B9}"/>
              </a:ext>
            </a:extLst>
          </p:cNvPr>
          <p:cNvSpPr/>
          <p:nvPr/>
        </p:nvSpPr>
        <p:spPr>
          <a:xfrm>
            <a:off x="254000" y="5080000"/>
            <a:ext cx="11684000" cy="13970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6C9099E-CAD3-7AE9-4511-59C5F6837C42}"/>
              </a:ext>
            </a:extLst>
          </p:cNvPr>
          <p:cNvSpPr txBox="1"/>
          <p:nvPr/>
        </p:nvSpPr>
        <p:spPr>
          <a:xfrm>
            <a:off x="381000" y="51816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200" b="1">
                <a:latin typeface="Yu Gothic" panose="020B0400000000000000" pitchFamily="50" charset="-128"/>
              </a:rPr>
              <a:t>メール</a:t>
            </a:r>
            <a:r>
              <a:rPr kumimoji="1" lang="en-US" altLang="ja-JP" sz="1200" b="1">
                <a:latin typeface="Yu Gothic" panose="020B0400000000000000" pitchFamily="50" charset="-128"/>
              </a:rPr>
              <a:t>/</a:t>
            </a:r>
            <a:r>
              <a:rPr kumimoji="1" lang="ja-JP" altLang="en-US" sz="1200" b="1">
                <a:latin typeface="Yu Gothic" panose="020B0400000000000000" pitchFamily="50" charset="-128"/>
              </a:rPr>
              <a:t>通知</a:t>
            </a: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F7C53861-25B8-7486-3629-ED666835D914}"/>
              </a:ext>
            </a:extLst>
          </p:cNvPr>
          <p:cNvSpPr/>
          <p:nvPr/>
        </p:nvSpPr>
        <p:spPr>
          <a:xfrm>
            <a:off x="762000" y="13335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latin typeface="Yu Gothic" panose="020B0400000000000000" pitchFamily="50" charset="-128"/>
              </a:rPr>
              <a:t>Start</a:t>
            </a:r>
            <a:endParaRPr kumimoji="1" lang="ja-JP" altLang="en-US" sz="1200">
              <a:latin typeface="Yu Gothic" panose="020B0400000000000000" pitchFamily="50" charset="-128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6A21832D-E6B0-A4A1-B2D7-5A7115F26276}"/>
              </a:ext>
            </a:extLst>
          </p:cNvPr>
          <p:cNvSpPr/>
          <p:nvPr/>
        </p:nvSpPr>
        <p:spPr>
          <a:xfrm>
            <a:off x="1778000" y="1206500"/>
            <a:ext cx="3048000" cy="698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latin typeface="Yu Gothic" panose="020B0400000000000000" pitchFamily="50" charset="-128"/>
              </a:rPr>
              <a:t>env/config</a:t>
            </a:r>
            <a:r>
              <a:rPr kumimoji="1" lang="ja-JP" altLang="en-US" sz="1200">
                <a:latin typeface="Yu Gothic" panose="020B0400000000000000" pitchFamily="50" charset="-128"/>
              </a:rPr>
              <a:t>読込
</a:t>
            </a:r>
            <a:r>
              <a:rPr kumimoji="1" lang="en-US" altLang="ja-JP" sz="1200">
                <a:latin typeface="Yu Gothic" panose="020B0400000000000000" pitchFamily="50" charset="-128"/>
              </a:rPr>
              <a:t>(LOCAL/PROD)</a:t>
            </a:r>
            <a:endParaRPr kumimoji="1" lang="ja-JP" altLang="en-US" sz="1200">
              <a:latin typeface="Yu Gothic" panose="020B0400000000000000" pitchFamily="50" charset="-128"/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63269AB6-2065-9CE0-9C60-843B7E2446EB}"/>
              </a:ext>
            </a:extLst>
          </p:cNvPr>
          <p:cNvSpPr/>
          <p:nvPr/>
        </p:nvSpPr>
        <p:spPr>
          <a:xfrm>
            <a:off x="9652000" y="13335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latin typeface="Yu Gothic" panose="020B0400000000000000" pitchFamily="50" charset="-128"/>
              </a:rPr>
              <a:t>End</a:t>
            </a:r>
            <a:endParaRPr kumimoji="1" lang="ja-JP" altLang="en-US" sz="1200">
              <a:latin typeface="Yu Gothic" panose="020B0400000000000000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53A217C2-8A48-3045-3887-120DF2A9D9C4}"/>
              </a:ext>
            </a:extLst>
          </p:cNvPr>
          <p:cNvSpPr/>
          <p:nvPr/>
        </p:nvSpPr>
        <p:spPr>
          <a:xfrm>
            <a:off x="1778000" y="2667000"/>
            <a:ext cx="2540000" cy="63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latin typeface="Yu Gothic" panose="020B0400000000000000" pitchFamily="50" charset="-128"/>
              </a:rPr>
              <a:t>ETC</a:t>
            </a:r>
            <a:r>
              <a:rPr kumimoji="1" lang="ja-JP" altLang="en-US" sz="1200">
                <a:latin typeface="Yu Gothic" panose="020B0400000000000000" pitchFamily="50" charset="-128"/>
              </a:rPr>
              <a:t>ログイン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A233C2AE-1F4F-116B-4909-C1C6B09326D2}"/>
              </a:ext>
            </a:extLst>
          </p:cNvPr>
          <p:cNvSpPr/>
          <p:nvPr/>
        </p:nvSpPr>
        <p:spPr>
          <a:xfrm>
            <a:off x="4826000" y="2667000"/>
            <a:ext cx="2794000" cy="63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latin typeface="Yu Gothic" panose="020B0400000000000000" pitchFamily="50" charset="-128"/>
              </a:rPr>
              <a:t>ZIP</a:t>
            </a:r>
            <a:r>
              <a:rPr kumimoji="1" lang="ja-JP" altLang="en-US" sz="1200">
                <a:latin typeface="Yu Gothic" panose="020B0400000000000000" pitchFamily="50" charset="-128"/>
              </a:rPr>
              <a:t>ダウンロード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09EF2216-97B8-37AF-F4D1-2CEA9CC82567}"/>
              </a:ext>
            </a:extLst>
          </p:cNvPr>
          <p:cNvSpPr/>
          <p:nvPr/>
        </p:nvSpPr>
        <p:spPr>
          <a:xfrm>
            <a:off x="1270000" y="4064000"/>
            <a:ext cx="2286000" cy="63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>
                <a:latin typeface="Yu Gothic" panose="020B0400000000000000" pitchFamily="50" charset="-128"/>
              </a:rPr>
              <a:t>ZIP</a:t>
            </a:r>
            <a:r>
              <a:rPr kumimoji="1" lang="zh-TW" altLang="en-US" sz="1200">
                <a:latin typeface="Yu Gothic" panose="020B0400000000000000" pitchFamily="50" charset="-128"/>
              </a:rPr>
              <a:t>解凍
明細</a:t>
            </a:r>
            <a:r>
              <a:rPr kumimoji="1" lang="en-US" altLang="zh-TW" sz="1200">
                <a:latin typeface="Yu Gothic" panose="020B0400000000000000" pitchFamily="50" charset="-128"/>
              </a:rPr>
              <a:t>Excel</a:t>
            </a:r>
            <a:r>
              <a:rPr kumimoji="1" lang="zh-TW" altLang="en-US" sz="1200">
                <a:latin typeface="Yu Gothic" panose="020B0400000000000000" pitchFamily="50" charset="-128"/>
              </a:rPr>
              <a:t>読込</a:t>
            </a:r>
            <a:endParaRPr kumimoji="1" lang="ja-JP" altLang="en-US" sz="1200">
              <a:latin typeface="Yu Gothic" panose="020B0400000000000000" pitchFamily="50" charset="-128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B0D83A14-866D-7A25-F7B9-080AA41542EF}"/>
              </a:ext>
            </a:extLst>
          </p:cNvPr>
          <p:cNvSpPr/>
          <p:nvPr/>
        </p:nvSpPr>
        <p:spPr>
          <a:xfrm>
            <a:off x="3937000" y="4064000"/>
            <a:ext cx="2286000" cy="63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latin typeface="Yu Gothic" panose="020B0400000000000000" pitchFamily="50" charset="-128"/>
              </a:rPr>
              <a:t>PDF</a:t>
            </a:r>
            <a:r>
              <a:rPr kumimoji="1" lang="ja-JP" altLang="en-US" sz="1200">
                <a:latin typeface="Yu Gothic" panose="020B0400000000000000" pitchFamily="50" charset="-128"/>
              </a:rPr>
              <a:t>テキスト抽出
合計行取得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9653A24C-1D8D-FDDB-8688-1ACC670AD1E8}"/>
              </a:ext>
            </a:extLst>
          </p:cNvPr>
          <p:cNvSpPr/>
          <p:nvPr/>
        </p:nvSpPr>
        <p:spPr>
          <a:xfrm>
            <a:off x="6604000" y="4064000"/>
            <a:ext cx="2286000" cy="63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>
                <a:latin typeface="Yu Gothic" panose="020B0400000000000000" pitchFamily="50" charset="-128"/>
              </a:rPr>
              <a:t>Excel</a:t>
            </a:r>
            <a:r>
              <a:rPr kumimoji="1" lang="zh-TW" altLang="en-US" sz="1200">
                <a:latin typeface="Yu Gothic" panose="020B0400000000000000" pitchFamily="50" charset="-128"/>
              </a:rPr>
              <a:t>転記
部門別集計</a:t>
            </a:r>
            <a:endParaRPr kumimoji="1" lang="ja-JP" altLang="en-US" sz="1200">
              <a:latin typeface="Yu Gothic" panose="020B0400000000000000" pitchFamily="50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CED3AF5E-6F5A-2C39-7B7F-F62BCABD7D0F}"/>
              </a:ext>
            </a:extLst>
          </p:cNvPr>
          <p:cNvSpPr/>
          <p:nvPr/>
        </p:nvSpPr>
        <p:spPr>
          <a:xfrm>
            <a:off x="9271000" y="4064000"/>
            <a:ext cx="2286000" cy="63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latin typeface="Yu Gothic" panose="020B0400000000000000" pitchFamily="50" charset="-128"/>
              </a:rPr>
              <a:t>出力保存
コピー（リトライ）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86D06EB0-AFE9-DAFF-134F-849D1889BD71}"/>
              </a:ext>
            </a:extLst>
          </p:cNvPr>
          <p:cNvSpPr/>
          <p:nvPr/>
        </p:nvSpPr>
        <p:spPr>
          <a:xfrm>
            <a:off x="9271000" y="5524500"/>
            <a:ext cx="2286000" cy="63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latin typeface="Yu Gothic" panose="020B0400000000000000" pitchFamily="50" charset="-128"/>
              </a:rPr>
              <a:t>結果メール送信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D60227B7-0394-5704-1771-F938B4A60C83}"/>
              </a:ext>
            </a:extLst>
          </p:cNvPr>
          <p:cNvCxnSpPr/>
          <p:nvPr/>
        </p:nvCxnSpPr>
        <p:spPr>
          <a:xfrm flipV="1">
            <a:off x="1219200" y="1555750"/>
            <a:ext cx="558800" cy="635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5E1708C2-9470-041B-65DB-3A444D3C2102}"/>
              </a:ext>
            </a:extLst>
          </p:cNvPr>
          <p:cNvCxnSpPr/>
          <p:nvPr/>
        </p:nvCxnSpPr>
        <p:spPr>
          <a:xfrm flipH="1">
            <a:off x="3048000" y="1905000"/>
            <a:ext cx="254000" cy="76200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F0B0A7FD-3774-483E-8B78-3743B7F05EDC}"/>
              </a:ext>
            </a:extLst>
          </p:cNvPr>
          <p:cNvCxnSpPr/>
          <p:nvPr/>
        </p:nvCxnSpPr>
        <p:spPr>
          <a:xfrm>
            <a:off x="4318000" y="2984500"/>
            <a:ext cx="508000" cy="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8CC5BF9A-C106-CE57-CF5D-E5779C636945}"/>
              </a:ext>
            </a:extLst>
          </p:cNvPr>
          <p:cNvCxnSpPr/>
          <p:nvPr/>
        </p:nvCxnSpPr>
        <p:spPr>
          <a:xfrm flipH="1">
            <a:off x="2413000" y="3302000"/>
            <a:ext cx="3810000" cy="76200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35192C2D-82B8-A20A-4018-1BF0FF3A49A4}"/>
              </a:ext>
            </a:extLst>
          </p:cNvPr>
          <p:cNvCxnSpPr/>
          <p:nvPr/>
        </p:nvCxnSpPr>
        <p:spPr>
          <a:xfrm>
            <a:off x="3556000" y="4381500"/>
            <a:ext cx="381000" cy="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53DB551-C284-7CBE-8F69-4141E02CB364}"/>
              </a:ext>
            </a:extLst>
          </p:cNvPr>
          <p:cNvCxnSpPr/>
          <p:nvPr/>
        </p:nvCxnSpPr>
        <p:spPr>
          <a:xfrm>
            <a:off x="6223000" y="4381500"/>
            <a:ext cx="381000" cy="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6B03E449-A0C0-BC22-D18C-DC7FB2C6BED1}"/>
              </a:ext>
            </a:extLst>
          </p:cNvPr>
          <p:cNvCxnSpPr/>
          <p:nvPr/>
        </p:nvCxnSpPr>
        <p:spPr>
          <a:xfrm>
            <a:off x="8890000" y="4381500"/>
            <a:ext cx="381000" cy="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0DC04619-A33F-E93A-32ED-5213A4AD91C5}"/>
              </a:ext>
            </a:extLst>
          </p:cNvPr>
          <p:cNvCxnSpPr/>
          <p:nvPr/>
        </p:nvCxnSpPr>
        <p:spPr>
          <a:xfrm>
            <a:off x="10414000" y="4699000"/>
            <a:ext cx="0" cy="82550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CA5C40F1-AEB6-80DD-4196-1DC2C5C918D4}"/>
              </a:ext>
            </a:extLst>
          </p:cNvPr>
          <p:cNvCxnSpPr/>
          <p:nvPr/>
        </p:nvCxnSpPr>
        <p:spPr>
          <a:xfrm flipH="1" flipV="1">
            <a:off x="9880600" y="1790700"/>
            <a:ext cx="533400" cy="373380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06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Microsoft Office PowerPoint</Application>
  <PresentationFormat>ワイド画面</PresentationFormat>
  <Paragraphs>15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Yu Gothic</vt:lpstr>
      <vt:lpstr>Yu Gothic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Masaru Okamura</dc:creator>
  <cp:lastModifiedBy>Masaru Okamura</cp:lastModifiedBy>
  <cp:revision>1</cp:revision>
  <dcterms:created xsi:type="dcterms:W3CDTF">2026-02-01T03:02:40Z</dcterms:created>
  <dcterms:modified xsi:type="dcterms:W3CDTF">2026-02-01T03:02:40Z</dcterms:modified>
</cp:coreProperties>
</file>