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9" d="100"/>
          <a:sy n="19" d="100"/>
        </p:scale>
        <p:origin x="1332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2C55D2-C72F-FD96-A5FD-25A9C35D01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FAB30A0-1759-C301-F9A6-B4C370DFE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FC1C7E-7815-A9B6-6717-2E014126B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AB8EF-4722-48EA-A7F9-6C3F21B1EEAF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230EAE9-3D01-0EBC-BAD8-5E269A348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4B8F3D4-D97F-2B97-322A-E0E9E9A93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E3102-2DD7-448A-B635-A1B02AE08C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1447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F6584D-9524-6015-4E29-A268CCD2C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29729B-2299-B860-8DC7-223C1FF14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7926F67-4A83-CC1D-005C-6E7E4CF03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AB8EF-4722-48EA-A7F9-6C3F21B1EEAF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D05BB8-C0D1-3411-F3A1-0777034DB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D202284-3A1A-4D24-DEEA-0D63ADB51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E3102-2DD7-448A-B635-A1B02AE08C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0198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4414D0-5D84-B11A-8D61-70B711307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D874589-E804-5506-2477-208072ED3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C4A022-4EDD-1F90-1E5B-1336F2A37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AB8EF-4722-48EA-A7F9-6C3F21B1EEAF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CD36A00-23C3-74EC-6438-460A5B8B2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9DB28C-D925-7555-B413-B0BAA46EE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E3102-2DD7-448A-B635-A1B02AE08C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2981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C21199-C10F-05CE-0C1C-A1F095FF2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CB8D14C-624D-367A-6932-5139EB2B40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4CE33AA-B6A7-BF67-6239-448E6223D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BF09491-2AAE-5609-1F7A-19BF48347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AB8EF-4722-48EA-A7F9-6C3F21B1EEAF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95CFFF7-2642-8733-34CC-E95282681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25CE542-FC39-74C8-AFD7-71844F781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E3102-2DD7-448A-B635-A1B02AE08C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655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1EFC04-D274-B304-23B1-2FDB72B83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08F0D50-6818-42A2-70CA-4D90EB7A6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9682618-82E8-D97F-ECF6-E4A5203F08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DC012F2-218D-7F83-A6D5-26289755FA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E96CFDB-F9CF-FC4E-AB17-6A35948EC6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D331DB7-1BCF-1652-1626-5FF2511A9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AB8EF-4722-48EA-A7F9-6C3F21B1EEAF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4E8581B-8DB0-865D-4AB9-FBD09FFB5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0FD9105-B1E4-BE6A-C86D-EBB8E6FFC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E3102-2DD7-448A-B635-A1B02AE08C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7052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AAD833-2DF4-962E-F50D-8BCADBAF0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73A279E-B3B6-2FC9-CE0B-FA8236BC6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AB8EF-4722-48EA-A7F9-6C3F21B1EEAF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FA71587-CAA3-4733-8475-4D1FA5975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6657324-FD43-891E-23EA-B336B23C5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E3102-2DD7-448A-B635-A1B02AE08C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206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080A0EE-763B-00A8-643D-1409E33A8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AB8EF-4722-48EA-A7F9-6C3F21B1EEAF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7DBE969-CD30-49F7-055B-C5A4C44A9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DF78166-5CAA-114B-92BB-EAD7651C8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E3102-2DD7-448A-B635-A1B02AE08C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3191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5B2EE1-715D-EDEB-30DE-6763A3BE7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7418887-4398-E493-3126-6C902C890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C7582AA-6488-CCD8-2029-264D23AFD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6E32C03-6AFC-3ECF-FFC1-FA6AC42F3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AB8EF-4722-48EA-A7F9-6C3F21B1EEAF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AD70934-BE4A-6614-BC77-BDDBC750F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1B6E83F-6C12-EEFD-625F-A1637D7CB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E3102-2DD7-448A-B635-A1B02AE08C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467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D858C4-4301-3F11-F9E2-335DBB4D6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B79EE6E-50F5-E966-5CEF-4A2754ED0B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BA9C1DB-B18A-7E80-D373-31F1420D67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A5CC929-0FE6-CC63-736A-462567ABF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AB8EF-4722-48EA-A7F9-6C3F21B1EEAF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3BDD687-5997-2410-FCFD-FCB6B77A0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7D10AD8-BDC4-86AC-DCA0-1F9CAF674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E3102-2DD7-448A-B635-A1B02AE08C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4863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9FC6E-631C-269A-906D-82892C25D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EEA4037-C207-93A4-5782-432CFAD4F8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F0B50C5-FEB4-13A7-1776-C20EA1146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AB8EF-4722-48EA-A7F9-6C3F21B1EEAF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6CC6221-02A9-8F94-2FA8-24093ECB0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DA007A1-CF39-5141-9DFD-3C5AFB31E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E3102-2DD7-448A-B635-A1B02AE08C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9415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4101D96-0003-0E5E-0045-0C38112FAD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98E01A7-DF7E-5945-95FF-AEBBBF76A6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1F517B-3F57-DD32-F12F-E74EED2BF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AB8EF-4722-48EA-A7F9-6C3F21B1EEAF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3F3378E-FB5D-77A8-C276-3CC5A1BC7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FB3CBA-88D0-F913-5227-273FBB1C1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E3102-2DD7-448A-B635-A1B02AE08C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8998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456E4DA-A3EF-DB1B-8875-662D8CC03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D010769-25C7-58FA-F9DA-40C3193625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2ABDCB9-8A69-DA81-5979-565F5CE6C8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5AB8EF-4722-48EA-A7F9-6C3F21B1EEAF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CFA0239-E4CE-F8B6-6AB2-3A0952E272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D75C6C-95B3-D084-2193-FA775DA431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4E3102-2DD7-448A-B635-A1B02AE08C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7472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5CB42A9-736A-966D-1D35-CD220A7DF7A9}"/>
              </a:ext>
            </a:extLst>
          </p:cNvPr>
          <p:cNvSpPr txBox="1"/>
          <p:nvPr/>
        </p:nvSpPr>
        <p:spPr>
          <a:xfrm>
            <a:off x="381000" y="127000"/>
            <a:ext cx="1143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400" b="1">
                <a:latin typeface="Yu Gothic" panose="020B0400000000000000" pitchFamily="50" charset="-128"/>
              </a:rPr>
              <a:t>シナリオ</a:t>
            </a:r>
            <a:r>
              <a:rPr kumimoji="1" lang="en-US" altLang="ja-JP" sz="2400" b="1">
                <a:latin typeface="Yu Gothic" panose="020B0400000000000000" pitchFamily="50" charset="-128"/>
              </a:rPr>
              <a:t>43 BPMN</a:t>
            </a:r>
            <a:r>
              <a:rPr kumimoji="1" lang="ja-JP" altLang="en-US" sz="2400" b="1">
                <a:latin typeface="Yu Gothic" panose="020B0400000000000000" pitchFamily="50" charset="-128"/>
              </a:rPr>
              <a:t>（</a:t>
            </a:r>
            <a:r>
              <a:rPr kumimoji="1" lang="en-US" altLang="ja-JP" sz="2400" b="1">
                <a:latin typeface="Yu Gothic" panose="020B0400000000000000" pitchFamily="50" charset="-128"/>
              </a:rPr>
              <a:t>ETC</a:t>
            </a:r>
            <a:r>
              <a:rPr kumimoji="1" lang="ja-JP" altLang="en-US" sz="2400" b="1">
                <a:latin typeface="Yu Gothic" panose="020B0400000000000000" pitchFamily="50" charset="-128"/>
              </a:rPr>
              <a:t>明細作成）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FEC0594-CF2D-14DF-7B38-CB7B1A40CF5B}"/>
              </a:ext>
            </a:extLst>
          </p:cNvPr>
          <p:cNvSpPr/>
          <p:nvPr/>
        </p:nvSpPr>
        <p:spPr>
          <a:xfrm>
            <a:off x="254000" y="889000"/>
            <a:ext cx="11684000" cy="13970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B303E84-60F0-271C-79BD-DA546C1B55E3}"/>
              </a:ext>
            </a:extLst>
          </p:cNvPr>
          <p:cNvSpPr txBox="1"/>
          <p:nvPr/>
        </p:nvSpPr>
        <p:spPr>
          <a:xfrm>
            <a:off x="381000" y="9906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 b="1">
                <a:latin typeface="Yu Gothic" panose="020B0400000000000000" pitchFamily="50" charset="-128"/>
              </a:rPr>
              <a:t>RPA(RK10)</a:t>
            </a:r>
            <a:endParaRPr kumimoji="1" lang="ja-JP" altLang="en-US" sz="1200" b="1">
              <a:latin typeface="Yu Gothic" panose="020B0400000000000000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D5D4EDA-0869-4EDB-6CB6-BAE825B93F40}"/>
              </a:ext>
            </a:extLst>
          </p:cNvPr>
          <p:cNvSpPr/>
          <p:nvPr/>
        </p:nvSpPr>
        <p:spPr>
          <a:xfrm>
            <a:off x="254000" y="2286000"/>
            <a:ext cx="11684000" cy="13970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EE378DE-0669-C9BC-7764-353D39C5401D}"/>
              </a:ext>
            </a:extLst>
          </p:cNvPr>
          <p:cNvSpPr txBox="1"/>
          <p:nvPr/>
        </p:nvSpPr>
        <p:spPr>
          <a:xfrm>
            <a:off x="381000" y="23876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 b="1">
                <a:latin typeface="Yu Gothic" panose="020B0400000000000000" pitchFamily="50" charset="-128"/>
              </a:rPr>
              <a:t>ETC</a:t>
            </a:r>
            <a:r>
              <a:rPr kumimoji="1" lang="ja-JP" altLang="en-US" sz="1200" b="1">
                <a:latin typeface="Yu Gothic" panose="020B0400000000000000" pitchFamily="50" charset="-128"/>
              </a:rPr>
              <a:t>サイト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27E5EE3-2254-BD80-8E3C-77D2B380738A}"/>
              </a:ext>
            </a:extLst>
          </p:cNvPr>
          <p:cNvSpPr/>
          <p:nvPr/>
        </p:nvSpPr>
        <p:spPr>
          <a:xfrm>
            <a:off x="254000" y="3683000"/>
            <a:ext cx="11684000" cy="13970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D90CA6B-EF9C-09B1-0708-9343C436AF1D}"/>
              </a:ext>
            </a:extLst>
          </p:cNvPr>
          <p:cNvSpPr txBox="1"/>
          <p:nvPr/>
        </p:nvSpPr>
        <p:spPr>
          <a:xfrm>
            <a:off x="381000" y="37846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1200" b="1">
                <a:latin typeface="Yu Gothic" panose="020B0400000000000000" pitchFamily="50" charset="-128"/>
              </a:rPr>
              <a:t>ローカル</a:t>
            </a:r>
            <a:r>
              <a:rPr kumimoji="1" lang="en-US" altLang="ja-JP" sz="1200" b="1">
                <a:latin typeface="Yu Gothic" panose="020B0400000000000000" pitchFamily="50" charset="-128"/>
              </a:rPr>
              <a:t>/</a:t>
            </a:r>
            <a:r>
              <a:rPr kumimoji="1" lang="ja-JP" altLang="en-US" sz="1200" b="1">
                <a:latin typeface="Yu Gothic" panose="020B0400000000000000" pitchFamily="50" charset="-128"/>
              </a:rPr>
              <a:t>ファイル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5B87EF7-9332-044F-4114-2701B1B21747}"/>
              </a:ext>
            </a:extLst>
          </p:cNvPr>
          <p:cNvSpPr/>
          <p:nvPr/>
        </p:nvSpPr>
        <p:spPr>
          <a:xfrm>
            <a:off x="254000" y="5080000"/>
            <a:ext cx="11684000" cy="13970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267F62E-3130-7A4D-F49C-9B4D79087370}"/>
              </a:ext>
            </a:extLst>
          </p:cNvPr>
          <p:cNvSpPr txBox="1"/>
          <p:nvPr/>
        </p:nvSpPr>
        <p:spPr>
          <a:xfrm>
            <a:off x="381000" y="51816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1200" b="1">
                <a:latin typeface="Yu Gothic" panose="020B0400000000000000" pitchFamily="50" charset="-128"/>
              </a:rPr>
              <a:t>メール</a:t>
            </a:r>
            <a:r>
              <a:rPr kumimoji="1" lang="en-US" altLang="ja-JP" sz="1200" b="1">
                <a:latin typeface="Yu Gothic" panose="020B0400000000000000" pitchFamily="50" charset="-128"/>
              </a:rPr>
              <a:t>/</a:t>
            </a:r>
            <a:r>
              <a:rPr kumimoji="1" lang="ja-JP" altLang="en-US" sz="1200" b="1">
                <a:latin typeface="Yu Gothic" panose="020B0400000000000000" pitchFamily="50" charset="-128"/>
              </a:rPr>
              <a:t>通知</a:t>
            </a: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50605D71-0766-7DEF-3525-26F4DF4FCA9A}"/>
              </a:ext>
            </a:extLst>
          </p:cNvPr>
          <p:cNvSpPr/>
          <p:nvPr/>
        </p:nvSpPr>
        <p:spPr>
          <a:xfrm>
            <a:off x="762000" y="13335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A5B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>
                <a:latin typeface="Yu Gothic" panose="020B0400000000000000" pitchFamily="50" charset="-128"/>
              </a:rPr>
              <a:t>Start</a:t>
            </a:r>
            <a:endParaRPr kumimoji="1" lang="ja-JP" altLang="en-US" sz="1200">
              <a:latin typeface="Yu Gothic" panose="020B0400000000000000" pitchFamily="50" charset="-128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04D61AB5-CD43-6FA5-7C94-2D2D40D789D9}"/>
              </a:ext>
            </a:extLst>
          </p:cNvPr>
          <p:cNvSpPr/>
          <p:nvPr/>
        </p:nvSpPr>
        <p:spPr>
          <a:xfrm>
            <a:off x="4064000" y="1206500"/>
            <a:ext cx="2540000" cy="698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5B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>
                <a:latin typeface="Yu Gothic" panose="020B0400000000000000" pitchFamily="50" charset="-128"/>
              </a:rPr>
              <a:t>env/config</a:t>
            </a:r>
            <a:r>
              <a:rPr kumimoji="1" lang="ja-JP" altLang="en-US" sz="1200">
                <a:latin typeface="Yu Gothic" panose="020B0400000000000000" pitchFamily="50" charset="-128"/>
              </a:rPr>
              <a:t>読込
</a:t>
            </a:r>
            <a:r>
              <a:rPr kumimoji="1" lang="en-US" altLang="ja-JP" sz="1200">
                <a:latin typeface="Yu Gothic" panose="020B0400000000000000" pitchFamily="50" charset="-128"/>
              </a:rPr>
              <a:t>(LOCAL/PROD)</a:t>
            </a:r>
            <a:endParaRPr kumimoji="1" lang="ja-JP" altLang="en-US" sz="1200">
              <a:latin typeface="Yu Gothic" panose="020B0400000000000000" pitchFamily="50" charset="-128"/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E0C21CE9-9834-FD4A-457F-3E9F53C02DF3}"/>
              </a:ext>
            </a:extLst>
          </p:cNvPr>
          <p:cNvSpPr/>
          <p:nvPr/>
        </p:nvSpPr>
        <p:spPr>
          <a:xfrm>
            <a:off x="10922000" y="13335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A5B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>
                <a:latin typeface="Yu Gothic" panose="020B0400000000000000" pitchFamily="50" charset="-128"/>
              </a:rPr>
              <a:t>End</a:t>
            </a:r>
            <a:endParaRPr kumimoji="1" lang="ja-JP" altLang="en-US" sz="1200">
              <a:latin typeface="Yu Gothic" panose="020B0400000000000000" pitchFamily="50" charset="-128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5201E9BD-2FDD-1762-65E8-37E7C02F48D3}"/>
              </a:ext>
            </a:extLst>
          </p:cNvPr>
          <p:cNvSpPr/>
          <p:nvPr/>
        </p:nvSpPr>
        <p:spPr>
          <a:xfrm>
            <a:off x="4064000" y="2667000"/>
            <a:ext cx="2540000" cy="63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5B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>
                <a:latin typeface="Yu Gothic" panose="020B0400000000000000" pitchFamily="50" charset="-128"/>
              </a:rPr>
              <a:t>ETC</a:t>
            </a:r>
            <a:r>
              <a:rPr kumimoji="1" lang="ja-JP" altLang="en-US" sz="1200">
                <a:latin typeface="Yu Gothic" panose="020B0400000000000000" pitchFamily="50" charset="-128"/>
              </a:rPr>
              <a:t>ログイン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BF8911F0-ED59-4F1D-1D61-2B9341C8DFA5}"/>
              </a:ext>
            </a:extLst>
          </p:cNvPr>
          <p:cNvSpPr/>
          <p:nvPr/>
        </p:nvSpPr>
        <p:spPr>
          <a:xfrm>
            <a:off x="6858000" y="2667000"/>
            <a:ext cx="2540000" cy="63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5B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>
                <a:latin typeface="Yu Gothic" panose="020B0400000000000000" pitchFamily="50" charset="-128"/>
              </a:rPr>
              <a:t>ZIP</a:t>
            </a:r>
            <a:r>
              <a:rPr kumimoji="1" lang="ja-JP" altLang="en-US" sz="1200">
                <a:latin typeface="Yu Gothic" panose="020B0400000000000000" pitchFamily="50" charset="-128"/>
              </a:rPr>
              <a:t>ダウンロード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B4E4907B-3660-0587-5A4B-DF2BD7F36AF6}"/>
              </a:ext>
            </a:extLst>
          </p:cNvPr>
          <p:cNvSpPr/>
          <p:nvPr/>
        </p:nvSpPr>
        <p:spPr>
          <a:xfrm>
            <a:off x="1270000" y="4064000"/>
            <a:ext cx="2540000" cy="63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5B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>
                <a:latin typeface="Yu Gothic" panose="020B0400000000000000" pitchFamily="50" charset="-128"/>
              </a:rPr>
              <a:t>ZIP</a:t>
            </a:r>
            <a:r>
              <a:rPr kumimoji="1" lang="zh-TW" altLang="en-US" sz="1200">
                <a:latin typeface="Yu Gothic" panose="020B0400000000000000" pitchFamily="50" charset="-128"/>
              </a:rPr>
              <a:t>解凍
明細</a:t>
            </a:r>
            <a:r>
              <a:rPr kumimoji="1" lang="en-US" altLang="zh-TW" sz="1200">
                <a:latin typeface="Yu Gothic" panose="020B0400000000000000" pitchFamily="50" charset="-128"/>
              </a:rPr>
              <a:t>Excel</a:t>
            </a:r>
            <a:r>
              <a:rPr kumimoji="1" lang="zh-TW" altLang="en-US" sz="1200">
                <a:latin typeface="Yu Gothic" panose="020B0400000000000000" pitchFamily="50" charset="-128"/>
              </a:rPr>
              <a:t>読込</a:t>
            </a:r>
            <a:endParaRPr kumimoji="1" lang="ja-JP" altLang="en-US" sz="1200">
              <a:latin typeface="Yu Gothic" panose="020B0400000000000000" pitchFamily="50" charset="-128"/>
            </a:endParaRP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6AD269D5-E156-17EB-E72D-C4ACD734F253}"/>
              </a:ext>
            </a:extLst>
          </p:cNvPr>
          <p:cNvSpPr/>
          <p:nvPr/>
        </p:nvSpPr>
        <p:spPr>
          <a:xfrm>
            <a:off x="4064000" y="4064000"/>
            <a:ext cx="2540000" cy="63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5B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>
                <a:latin typeface="Yu Gothic" panose="020B0400000000000000" pitchFamily="50" charset="-128"/>
              </a:rPr>
              <a:t>PDF</a:t>
            </a:r>
            <a:r>
              <a:rPr kumimoji="1" lang="ja-JP" altLang="en-US" sz="1200">
                <a:latin typeface="Yu Gothic" panose="020B0400000000000000" pitchFamily="50" charset="-128"/>
              </a:rPr>
              <a:t>テキスト抽出
合計行取得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17780FE7-E5D4-4D9A-B26F-943411D9E5F0}"/>
              </a:ext>
            </a:extLst>
          </p:cNvPr>
          <p:cNvSpPr/>
          <p:nvPr/>
        </p:nvSpPr>
        <p:spPr>
          <a:xfrm>
            <a:off x="6858000" y="4064000"/>
            <a:ext cx="2540000" cy="63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5B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>
                <a:latin typeface="Yu Gothic" panose="020B0400000000000000" pitchFamily="50" charset="-128"/>
              </a:rPr>
              <a:t>Excel</a:t>
            </a:r>
            <a:r>
              <a:rPr kumimoji="1" lang="zh-TW" altLang="en-US" sz="1200">
                <a:latin typeface="Yu Gothic" panose="020B0400000000000000" pitchFamily="50" charset="-128"/>
              </a:rPr>
              <a:t>転記
部門別集計</a:t>
            </a:r>
            <a:endParaRPr kumimoji="1" lang="ja-JP" altLang="en-US" sz="1200">
              <a:latin typeface="Yu Gothic" panose="020B0400000000000000" pitchFamily="50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8C9CBDF3-BC52-3BEA-178C-6A6F850F4FBA}"/>
              </a:ext>
            </a:extLst>
          </p:cNvPr>
          <p:cNvSpPr/>
          <p:nvPr/>
        </p:nvSpPr>
        <p:spPr>
          <a:xfrm>
            <a:off x="9652000" y="4064000"/>
            <a:ext cx="2540000" cy="63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5B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latin typeface="Yu Gothic" panose="020B0400000000000000" pitchFamily="50" charset="-128"/>
              </a:rPr>
              <a:t>出力保存
コピー（リトライ）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0CA20E65-E05B-5799-5EA5-9CE96CAF2F4C}"/>
              </a:ext>
            </a:extLst>
          </p:cNvPr>
          <p:cNvSpPr/>
          <p:nvPr/>
        </p:nvSpPr>
        <p:spPr>
          <a:xfrm>
            <a:off x="9652000" y="5524500"/>
            <a:ext cx="2540000" cy="63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5B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latin typeface="Yu Gothic" panose="020B0400000000000000" pitchFamily="50" charset="-128"/>
              </a:rPr>
              <a:t>結果メール送信</a:t>
            </a: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6F37F833-20A9-5988-BCB9-D0C777CC1194}"/>
              </a:ext>
            </a:extLst>
          </p:cNvPr>
          <p:cNvCxnSpPr/>
          <p:nvPr/>
        </p:nvCxnSpPr>
        <p:spPr>
          <a:xfrm>
            <a:off x="990600" y="1562100"/>
            <a:ext cx="0" cy="0"/>
          </a:xfrm>
          <a:prstGeom prst="line">
            <a:avLst/>
          </a:prstGeom>
          <a:ln w="15875">
            <a:solidFill>
              <a:srgbClr val="3A5B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647293D4-303B-1066-F305-1924E34F4969}"/>
              </a:ext>
            </a:extLst>
          </p:cNvPr>
          <p:cNvCxnSpPr/>
          <p:nvPr/>
        </p:nvCxnSpPr>
        <p:spPr>
          <a:xfrm>
            <a:off x="990600" y="1562100"/>
            <a:ext cx="3073400" cy="0"/>
          </a:xfrm>
          <a:prstGeom prst="line">
            <a:avLst/>
          </a:prstGeom>
          <a:ln w="15875">
            <a:solidFill>
              <a:srgbClr val="3A5B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CEF51834-38D4-B741-1654-AFD55DF86FD4}"/>
              </a:ext>
            </a:extLst>
          </p:cNvPr>
          <p:cNvCxnSpPr/>
          <p:nvPr/>
        </p:nvCxnSpPr>
        <p:spPr>
          <a:xfrm flipV="1">
            <a:off x="4064000" y="1555750"/>
            <a:ext cx="0" cy="6350"/>
          </a:xfrm>
          <a:prstGeom prst="line">
            <a:avLst/>
          </a:prstGeom>
          <a:ln w="15875">
            <a:solidFill>
              <a:srgbClr val="3A5B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223E3389-F2F2-05F6-F3A5-797D8D3D88B9}"/>
              </a:ext>
            </a:extLst>
          </p:cNvPr>
          <p:cNvCxnSpPr/>
          <p:nvPr/>
        </p:nvCxnSpPr>
        <p:spPr>
          <a:xfrm>
            <a:off x="5334000" y="1905000"/>
            <a:ext cx="0" cy="762000"/>
          </a:xfrm>
          <a:prstGeom prst="line">
            <a:avLst/>
          </a:prstGeom>
          <a:ln w="15875">
            <a:solidFill>
              <a:srgbClr val="3A5B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726FA31B-B06D-7A6E-53D3-F59A426C1BE0}"/>
              </a:ext>
            </a:extLst>
          </p:cNvPr>
          <p:cNvCxnSpPr/>
          <p:nvPr/>
        </p:nvCxnSpPr>
        <p:spPr>
          <a:xfrm>
            <a:off x="6604000" y="2984500"/>
            <a:ext cx="254000" cy="0"/>
          </a:xfrm>
          <a:prstGeom prst="line">
            <a:avLst/>
          </a:prstGeom>
          <a:ln w="15875">
            <a:solidFill>
              <a:srgbClr val="3A5B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F728170E-83EC-E779-BE37-E507AF6832C4}"/>
              </a:ext>
            </a:extLst>
          </p:cNvPr>
          <p:cNvCxnSpPr/>
          <p:nvPr/>
        </p:nvCxnSpPr>
        <p:spPr>
          <a:xfrm>
            <a:off x="8128000" y="3302000"/>
            <a:ext cx="0" cy="381000"/>
          </a:xfrm>
          <a:prstGeom prst="line">
            <a:avLst/>
          </a:prstGeom>
          <a:ln w="15875">
            <a:solidFill>
              <a:srgbClr val="3A5B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64ED6810-CEAF-0892-7DA5-EB866F5DC6C0}"/>
              </a:ext>
            </a:extLst>
          </p:cNvPr>
          <p:cNvCxnSpPr/>
          <p:nvPr/>
        </p:nvCxnSpPr>
        <p:spPr>
          <a:xfrm flipH="1">
            <a:off x="2540000" y="3683000"/>
            <a:ext cx="5588000" cy="0"/>
          </a:xfrm>
          <a:prstGeom prst="line">
            <a:avLst/>
          </a:prstGeom>
          <a:ln w="15875">
            <a:solidFill>
              <a:srgbClr val="3A5B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B9D161CE-5280-D15D-DA3E-CB4D38E98A7B}"/>
              </a:ext>
            </a:extLst>
          </p:cNvPr>
          <p:cNvCxnSpPr/>
          <p:nvPr/>
        </p:nvCxnSpPr>
        <p:spPr>
          <a:xfrm>
            <a:off x="2540000" y="3683000"/>
            <a:ext cx="0" cy="381000"/>
          </a:xfrm>
          <a:prstGeom prst="line">
            <a:avLst/>
          </a:prstGeom>
          <a:ln w="15875">
            <a:solidFill>
              <a:srgbClr val="3A5B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B1318EB3-FAF5-5D30-0948-3325CD0C1179}"/>
              </a:ext>
            </a:extLst>
          </p:cNvPr>
          <p:cNvCxnSpPr/>
          <p:nvPr/>
        </p:nvCxnSpPr>
        <p:spPr>
          <a:xfrm>
            <a:off x="3810000" y="4381500"/>
            <a:ext cx="254000" cy="0"/>
          </a:xfrm>
          <a:prstGeom prst="line">
            <a:avLst/>
          </a:prstGeom>
          <a:ln w="15875">
            <a:solidFill>
              <a:srgbClr val="3A5B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16C36205-AB43-E179-5B6A-65A05994A109}"/>
              </a:ext>
            </a:extLst>
          </p:cNvPr>
          <p:cNvCxnSpPr/>
          <p:nvPr/>
        </p:nvCxnSpPr>
        <p:spPr>
          <a:xfrm>
            <a:off x="6604000" y="4381500"/>
            <a:ext cx="254000" cy="0"/>
          </a:xfrm>
          <a:prstGeom prst="line">
            <a:avLst/>
          </a:prstGeom>
          <a:ln w="15875">
            <a:solidFill>
              <a:srgbClr val="3A5B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0F43FF33-A5B8-1ADD-454C-9E2478C331A5}"/>
              </a:ext>
            </a:extLst>
          </p:cNvPr>
          <p:cNvCxnSpPr/>
          <p:nvPr/>
        </p:nvCxnSpPr>
        <p:spPr>
          <a:xfrm>
            <a:off x="9398000" y="4381500"/>
            <a:ext cx="254000" cy="0"/>
          </a:xfrm>
          <a:prstGeom prst="line">
            <a:avLst/>
          </a:prstGeom>
          <a:ln w="15875">
            <a:solidFill>
              <a:srgbClr val="3A5B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77288334-A996-27D5-557C-FBB2948DE3D2}"/>
              </a:ext>
            </a:extLst>
          </p:cNvPr>
          <p:cNvCxnSpPr/>
          <p:nvPr/>
        </p:nvCxnSpPr>
        <p:spPr>
          <a:xfrm>
            <a:off x="10922000" y="4699000"/>
            <a:ext cx="0" cy="825500"/>
          </a:xfrm>
          <a:prstGeom prst="line">
            <a:avLst/>
          </a:prstGeom>
          <a:ln w="15875">
            <a:solidFill>
              <a:srgbClr val="3A5B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153972B1-ADB0-6E9F-6FB5-A1EC34F32BBE}"/>
              </a:ext>
            </a:extLst>
          </p:cNvPr>
          <p:cNvCxnSpPr/>
          <p:nvPr/>
        </p:nvCxnSpPr>
        <p:spPr>
          <a:xfrm flipV="1">
            <a:off x="10922000" y="3657600"/>
            <a:ext cx="0" cy="1866900"/>
          </a:xfrm>
          <a:prstGeom prst="line">
            <a:avLst/>
          </a:prstGeom>
          <a:ln w="15875">
            <a:solidFill>
              <a:srgbClr val="3A5B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4BE17646-410C-E032-6B0D-B3DF6E9AB508}"/>
              </a:ext>
            </a:extLst>
          </p:cNvPr>
          <p:cNvCxnSpPr/>
          <p:nvPr/>
        </p:nvCxnSpPr>
        <p:spPr>
          <a:xfrm>
            <a:off x="10922000" y="3657600"/>
            <a:ext cx="228600" cy="0"/>
          </a:xfrm>
          <a:prstGeom prst="line">
            <a:avLst/>
          </a:prstGeom>
          <a:ln w="15875">
            <a:solidFill>
              <a:srgbClr val="3A5B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6C4BE0FE-CB37-52E6-1835-07AC303BCFE1}"/>
              </a:ext>
            </a:extLst>
          </p:cNvPr>
          <p:cNvCxnSpPr/>
          <p:nvPr/>
        </p:nvCxnSpPr>
        <p:spPr>
          <a:xfrm flipV="1">
            <a:off x="11150600" y="1790700"/>
            <a:ext cx="0" cy="1866900"/>
          </a:xfrm>
          <a:prstGeom prst="line">
            <a:avLst/>
          </a:prstGeom>
          <a:ln w="15875">
            <a:solidFill>
              <a:srgbClr val="3A5B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0973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</Words>
  <Application>Microsoft Office PowerPoint</Application>
  <PresentationFormat>ワイド画面</PresentationFormat>
  <Paragraphs>15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Yu Gothic</vt:lpstr>
      <vt:lpstr>Yu Gothic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Masaru Okamura</dc:creator>
  <cp:lastModifiedBy>Masaru Okamura</cp:lastModifiedBy>
  <cp:revision>1</cp:revision>
  <dcterms:created xsi:type="dcterms:W3CDTF">2026-02-01T03:21:15Z</dcterms:created>
  <dcterms:modified xsi:type="dcterms:W3CDTF">2026-02-01T03:21:15Z</dcterms:modified>
</cp:coreProperties>
</file>