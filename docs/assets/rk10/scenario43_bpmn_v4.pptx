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66A29B-1D53-BD2F-BD2C-6188F29D3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3BB3E7-D24A-DF8A-D0D1-08199618C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0CC1EA-520E-3A38-C9F3-A2F1A848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E5717-2B39-21B3-74CF-CE97B824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8E4B6B-7B17-6B4E-CF92-1AE6D056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2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0999A-9F08-2589-0731-A62CA742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0CD3F5-D0BC-1D28-94C3-64A99540E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3DAF06-D8D8-8F2A-450D-BB6F63BC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B235EB-845C-4555-AF02-49CAC1AE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DA0704-D831-83CD-C46C-CDD67935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78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03A93C-77E8-D048-EFE0-02968046E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392F23-EB41-941E-D966-60F9809F6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F973AD-D89F-8FF1-183A-F9B1F40E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AFB03A-4AC3-A42C-F336-238327A3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EB2E20-3660-DCBE-4F09-6B9806BB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43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39E4A-B36D-7F89-6125-25737689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9B4F3E-6C10-EA0B-7507-1D1DF843D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F8A839-1E6E-E7F3-602E-4CC8C6DD5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6C6D20-94BB-153D-A781-D5E58E7C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CE73BD-BC1F-34E4-4AFE-6B0F55C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0E4ACF-5696-8B63-5E04-5E77115D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66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C6789-C91B-30F3-C35C-AB34CBD8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7BDA62-B27E-EF6D-613E-9FCEB2B94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B18961-D774-C3CB-DB2B-08470C98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C9F9E-A189-2156-4877-9D850085D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B2A4442-A9D7-A045-CC44-0DCC4041E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73898C-6ED2-6D8A-2912-BA5F3B6C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F563C3-5372-54FA-C29B-C5518C49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D359FC-9238-173F-4789-E89D6668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C9A40-FC96-567A-1426-E07AC32F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DDBB90-66E4-9A32-290B-1F2DEBA2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546E5B-BCCC-DA91-DE39-46131FA9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66EA9-ADF0-2597-8EDF-896142C2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76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C442C0-BD78-23B5-7BD1-C80D092C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307266-288C-CF4F-A952-7255D9AF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5A05D3-EC2B-821C-0E9E-8546AB26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50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75C62-86EB-7547-B770-D6862409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4D8CC3-708C-E5FE-0507-E2F723BCE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38BBF8-7802-75E6-9BC9-62BFE6BBA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67026E-6BA7-3F9D-D8B0-701CEB92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84AFFD-B98F-7C14-FB96-428A3295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0A3EB2-FADD-3B53-BF17-AC809780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8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60A5F-1252-792D-2C6F-ED760187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59FD08-ED45-AC74-6412-6C520A062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8513D0-0BE2-7503-E042-9F6EA4AE8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8C67FE-845F-D171-058C-8031544E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E5B0DE-D4B8-1538-972F-A0236893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D48CF9-8BBE-90F0-F10E-14F08F93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7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11280-1E4E-4042-1449-FB70AEBD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5FAB84-E76E-183C-CA03-9C6973CC3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882342-81C4-7D8D-CAD8-6EA5AF1B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09F60E-B6DC-12C4-087B-4EEC04A6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7B227D-60EF-D042-8EF8-85C5A715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65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177D69-2DFF-4149-CDED-C306DF034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4660F7-B178-F610-9BA6-309D573D0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BE800B-338B-B36E-509E-28369F97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771400-7BCA-7BDF-72BE-E8103FCB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CE53ED-8073-99EE-24CA-37E1C5F7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87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1D4E4B-8A78-DB99-6E4F-17C2E666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1C1A33-F1FA-8677-FC42-73DED7DC0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7579E9-0CF2-EF71-61E6-94050F32A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3F69B-6ED9-4D5C-9092-65A5481254B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2B8E77-ACF7-A6A5-F35D-A66979599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5BC59B-1A7A-6B9C-B30E-E583A19BF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B6FF6-1F49-400F-9A3C-0F70470BB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56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EEB348-FA32-9832-B221-1592B5F7B06E}"/>
              </a:ext>
            </a:extLst>
          </p:cNvPr>
          <p:cNvSpPr txBox="1"/>
          <p:nvPr/>
        </p:nvSpPr>
        <p:spPr>
          <a:xfrm>
            <a:off x="457200" y="1778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BA7EF-21FE-5B46-F8FB-317CAD0AECBB}"/>
              </a:ext>
            </a:extLst>
          </p:cNvPr>
          <p:cNvSpPr/>
          <p:nvPr/>
        </p:nvSpPr>
        <p:spPr>
          <a:xfrm>
            <a:off x="457200" y="889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8F418F-6A09-21C6-9E1A-696998139241}"/>
              </a:ext>
            </a:extLst>
          </p:cNvPr>
          <p:cNvSpPr txBox="1"/>
          <p:nvPr/>
        </p:nvSpPr>
        <p:spPr>
          <a:xfrm>
            <a:off x="533400" y="939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71357C-1ECF-111C-93D8-865318D1B65E}"/>
              </a:ext>
            </a:extLst>
          </p:cNvPr>
          <p:cNvSpPr/>
          <p:nvPr/>
        </p:nvSpPr>
        <p:spPr>
          <a:xfrm>
            <a:off x="457200" y="2540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4E6421-78B8-A7FC-2AF5-F009D6A40397}"/>
              </a:ext>
            </a:extLst>
          </p:cNvPr>
          <p:cNvSpPr txBox="1"/>
          <p:nvPr/>
        </p:nvSpPr>
        <p:spPr>
          <a:xfrm>
            <a:off x="533400" y="2590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112E43-B4A6-B1A2-C370-A7C737B202B9}"/>
              </a:ext>
            </a:extLst>
          </p:cNvPr>
          <p:cNvSpPr/>
          <p:nvPr/>
        </p:nvSpPr>
        <p:spPr>
          <a:xfrm>
            <a:off x="457200" y="4191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F64400-773C-1C18-35D1-0A602FBE1519}"/>
              </a:ext>
            </a:extLst>
          </p:cNvPr>
          <p:cNvSpPr txBox="1"/>
          <p:nvPr/>
        </p:nvSpPr>
        <p:spPr>
          <a:xfrm>
            <a:off x="533400" y="4241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D46944D-05B9-4CD0-15A4-BD4925E1F0D0}"/>
              </a:ext>
            </a:extLst>
          </p:cNvPr>
          <p:cNvSpPr/>
          <p:nvPr/>
        </p:nvSpPr>
        <p:spPr>
          <a:xfrm>
            <a:off x="457200" y="5842000"/>
            <a:ext cx="11430000" cy="165100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AF3F50-C05C-D225-CBAD-32894A2B1190}"/>
              </a:ext>
            </a:extLst>
          </p:cNvPr>
          <p:cNvSpPr txBox="1"/>
          <p:nvPr/>
        </p:nvSpPr>
        <p:spPr>
          <a:xfrm>
            <a:off x="533400" y="58928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2F4236D4-199F-EACE-DC5A-6D3F24B6899A}"/>
              </a:ext>
            </a:extLst>
          </p:cNvPr>
          <p:cNvSpPr/>
          <p:nvPr/>
        </p:nvSpPr>
        <p:spPr>
          <a:xfrm>
            <a:off x="76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70A46EE-B274-E086-D8C9-F2CECE3CF557}"/>
              </a:ext>
            </a:extLst>
          </p:cNvPr>
          <p:cNvSpPr/>
          <p:nvPr/>
        </p:nvSpPr>
        <p:spPr>
          <a:xfrm>
            <a:off x="1778000" y="12446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env/config</a:t>
            </a:r>
            <a:r>
              <a:rPr kumimoji="1" lang="ja-JP" altLang="en-US" sz="1400">
                <a:latin typeface="Yu Gothic" panose="020B0400000000000000" pitchFamily="50" charset="-128"/>
              </a:rPr>
              <a:t>読込
</a:t>
            </a:r>
            <a:r>
              <a:rPr kumimoji="1" lang="en-US" altLang="ja-JP" sz="1400">
                <a:latin typeface="Yu Gothic" panose="020B0400000000000000" pitchFamily="50" charset="-128"/>
              </a:rPr>
              <a:t>(LOCAL/PROD)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C95C4BF-6084-711B-2AFA-1F35BA9C0E29}"/>
              </a:ext>
            </a:extLst>
          </p:cNvPr>
          <p:cNvSpPr/>
          <p:nvPr/>
        </p:nvSpPr>
        <p:spPr>
          <a:xfrm>
            <a:off x="1092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42E69FA-21E7-5977-D6BD-8AD266B4A2C3}"/>
              </a:ext>
            </a:extLst>
          </p:cNvPr>
          <p:cNvSpPr/>
          <p:nvPr/>
        </p:nvSpPr>
        <p:spPr>
          <a:xfrm>
            <a:off x="4572000" y="2984500"/>
            <a:ext cx="2032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ETC</a:t>
            </a:r>
            <a:r>
              <a:rPr kumimoji="1" lang="ja-JP" altLang="en-US" sz="14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F65F37E-7C34-F1EC-E4D4-769DC54D6979}"/>
              </a:ext>
            </a:extLst>
          </p:cNvPr>
          <p:cNvSpPr/>
          <p:nvPr/>
        </p:nvSpPr>
        <p:spPr>
          <a:xfrm>
            <a:off x="7112000" y="29845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ZIP</a:t>
            </a:r>
            <a:r>
              <a:rPr kumimoji="1" lang="ja-JP" altLang="en-US" sz="14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1B64528-156A-F74E-4C0B-1A63EC821959}"/>
              </a:ext>
            </a:extLst>
          </p:cNvPr>
          <p:cNvSpPr/>
          <p:nvPr/>
        </p:nvSpPr>
        <p:spPr>
          <a:xfrm>
            <a:off x="1905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latin typeface="Yu Gothic" panose="020B0400000000000000" pitchFamily="50" charset="-128"/>
              </a:rPr>
              <a:t>PDF</a:t>
            </a:r>
            <a:r>
              <a:rPr kumimoji="1" lang="ja-JP" altLang="en-US" sz="14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00E3C6E-D383-1951-8132-E6C22E427A4D}"/>
              </a:ext>
            </a:extLst>
          </p:cNvPr>
          <p:cNvSpPr/>
          <p:nvPr/>
        </p:nvSpPr>
        <p:spPr>
          <a:xfrm>
            <a:off x="4826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latin typeface="Yu Gothic" panose="020B0400000000000000" pitchFamily="50" charset="-128"/>
              </a:rPr>
              <a:t>転記
部門別集計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373135A-02A6-8B34-2554-867C87CB1FAE}"/>
              </a:ext>
            </a:extLst>
          </p:cNvPr>
          <p:cNvSpPr/>
          <p:nvPr/>
        </p:nvSpPr>
        <p:spPr>
          <a:xfrm>
            <a:off x="7747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Yu Gothic" panose="020B0400000000000000" pitchFamily="50" charset="-128"/>
              </a:rPr>
              <a:t>出力保存
コピー</a:t>
            </a:r>
            <a:r>
              <a:rPr kumimoji="1" lang="en-US" altLang="ja-JP" sz="1400">
                <a:latin typeface="Yu Gothic" panose="020B0400000000000000" pitchFamily="50" charset="-128"/>
              </a:rPr>
              <a:t>(</a:t>
            </a:r>
            <a:r>
              <a:rPr kumimoji="1" lang="ja-JP" altLang="en-US" sz="1400">
                <a:latin typeface="Yu Gothic" panose="020B0400000000000000" pitchFamily="50" charset="-128"/>
              </a:rPr>
              <a:t>リトライ</a:t>
            </a:r>
            <a:r>
              <a:rPr kumimoji="1" lang="en-US" altLang="ja-JP" sz="1400">
                <a:latin typeface="Yu Gothic" panose="020B0400000000000000" pitchFamily="50" charset="-128"/>
              </a:rPr>
              <a:t>)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002BB7C-EE23-4E98-4921-E9547F7CA4E3}"/>
              </a:ext>
            </a:extLst>
          </p:cNvPr>
          <p:cNvSpPr/>
          <p:nvPr/>
        </p:nvSpPr>
        <p:spPr>
          <a:xfrm>
            <a:off x="8763000" y="4000500"/>
            <a:ext cx="2540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latin typeface="Yu Gothic" panose="020B0400000000000000" pitchFamily="50" charset="-128"/>
              </a:rPr>
              <a:t>ZIP</a:t>
            </a:r>
            <a:r>
              <a:rPr kumimoji="1" lang="zh-TW" altLang="en-US" sz="14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400"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latin typeface="Yu Gothic" panose="020B0400000000000000" pitchFamily="50" charset="-128"/>
              </a:rPr>
              <a:t>読込</a:t>
            </a:r>
            <a:endParaRPr kumimoji="1" lang="ja-JP" altLang="en-US" sz="1400">
              <a:latin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3903C37-9399-5751-0C3B-60A97C5ACCE6}"/>
              </a:ext>
            </a:extLst>
          </p:cNvPr>
          <p:cNvSpPr/>
          <p:nvPr/>
        </p:nvSpPr>
        <p:spPr>
          <a:xfrm>
            <a:off x="8382000" y="6223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3C5A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Yu Gothic" panose="020B0400000000000000" pitchFamily="50" charset="-128"/>
              </a:rPr>
              <a:t>結果メール送信</a:t>
            </a:r>
          </a:p>
        </p:txBody>
      </p:sp>
    </p:spTree>
    <p:extLst>
      <p:ext uri="{BB962C8B-B14F-4D97-AF65-F5344CB8AC3E}">
        <p14:creationId xmlns:p14="http://schemas.microsoft.com/office/powerpoint/2010/main" val="87548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2026-02-01T02:32:13Z</dcterms:created>
  <dcterms:modified xsi:type="dcterms:W3CDTF">2026-02-01T02:32:13Z</dcterms:modified>
</cp:coreProperties>
</file>