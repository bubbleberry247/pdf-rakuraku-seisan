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990A64-0DF5-A6FE-DE59-7034150F9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33DE3D0-F33A-4723-CC0C-1A5967020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E05BC8-ED5A-392C-4149-507BAE70C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083674-58DE-E998-9881-7E0E45C7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4545A8-423F-596F-CAFC-51D67215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4331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DB9CB-ABAC-1DE4-1DBE-0669DB68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098D78-F61B-5FBD-2C56-C4B114AC4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67DFB0-2FC7-22F1-9CC8-87B2EFAB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BF0CBC-4D5D-C357-84E3-F61DB75CA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048C39-5F2F-9731-CE46-A1A36A00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29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7764E3-A8B2-A410-0609-642E39C34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C7E0AB2-6DF2-2895-9BA4-5D94B4270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303F18-493D-01A7-3635-C859BBC7D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595E42-27AB-CCEC-82B1-28C6FA55E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D65D7F-4057-EF9E-7DE4-0951B96CA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0214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09E11-5C2C-A4B8-950A-492405738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1253F7-D9B1-056A-2AE2-F7184D5A4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7FAD48-7D93-589C-BB49-5A1C50904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43048B-CE29-B2A4-A011-910C3864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97A1F71-D9AA-B019-3973-0982042F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A267C7-A9B4-09FB-C26F-CE44034A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8813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9E644B-503E-7C37-395D-5A6D7C907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2D2768-CF41-303C-5ACB-DB03944F5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A7B537-3EEB-55DB-7321-4388CC1F3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A92D8E-7351-4221-DB82-5BC7C59BA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09CC810-8EA8-E7B8-FE6E-9CBF5919D7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5FAEDC8-F0A8-50CD-914A-15E31719C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02F6D28-6E21-509A-A559-CC479C558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28C6F4C-18D5-3D80-E947-086AC8C9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647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D7BE3E-5555-2C93-5B70-B048C52E7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CA82E12-B19C-2D9B-7057-881DBF3A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5A6D3B8-4312-54F6-8694-DEF74C907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8F8878-0C31-44B8-B9F3-9E2F66855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552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2445B40-AF25-3211-9723-0F25AE69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8694F46-8394-6828-AB34-DC6E5C860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4C38151-DF83-049A-030B-4C9A3EEAE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483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60767-1A52-668E-82A5-79A07E9EB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3A2304-7379-DFBC-1E3C-365B202A4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2E655C-DA01-B1FE-4890-BE93D88C1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AD3F7B-E050-3F3E-9B64-A9A59F31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BD3E88-AA99-6FE4-60C4-8B7FC13E8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C5028F-069A-A4A3-18B3-0EBD85147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045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3FAB69-7764-3391-8BF8-E4E58D84D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00890B6-6B17-A061-8594-F0F88444D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8F07C90-39D4-88AA-6085-C0A725C36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DA6E62D-A03E-B4A8-CBF6-C495B228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B0BF45-7C91-2037-1A59-1B945FA77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F43C07-55A3-F0B9-64DC-11AC0749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870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2B7FA-B96E-1392-17A1-718499B4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E566A97-DD15-B6D5-4CE2-9FDB5D4FF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DC5C8E2-79BA-5153-9A05-E3E38AA3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0C2A22E-27B0-1F49-5AE6-A2F92A211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AA6B92-4571-0C29-D33F-514C72DF4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869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8B37B16-9AC0-E7AF-9751-A9DB14BF03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2071E8-0EE6-B467-6F12-EE95555DE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6DCD8B-C6AB-D676-D590-26B3B2E4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5F4A13-DC51-E86F-7B1A-B9175AE2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01E0A4-1E3D-8CA4-634A-DCD154061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737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C3C1412-1780-AE52-F391-916235B4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799D4E-5C50-DE93-4991-6937C0815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9E1AA6-9706-AC44-8BB2-CFBBEE138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CB10A-C8CC-4A48-8AB3-8D4A02945749}" type="datetimeFigureOut">
              <a:rPr kumimoji="1" lang="ja-JP" altLang="en-US" smtClean="0"/>
              <a:t>2026/2/1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14275D-32E2-3985-6D4B-4726BF6D4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65F87F-6E8C-49FA-54EF-897E9B87A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F4CF-15CF-4667-BC0D-57979A1D39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48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9E24B72-9D9D-0D37-6078-F5ACE2EA4E1C}"/>
              </a:ext>
            </a:extLst>
          </p:cNvPr>
          <p:cNvSpPr txBox="1"/>
          <p:nvPr/>
        </p:nvSpPr>
        <p:spPr>
          <a:xfrm>
            <a:off x="457200" y="177800"/>
            <a:ext cx="10160000" cy="461665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シナリオ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43 BPMN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（</a:t>
            </a:r>
            <a:r>
              <a:rPr kumimoji="1" lang="en-US" altLang="ja-JP" sz="24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2400" b="1">
                <a:solidFill>
                  <a:srgbClr val="000000"/>
                </a:solidFill>
                <a:latin typeface="Yu Gothic" panose="020B0400000000000000" pitchFamily="50" charset="-128"/>
              </a:rPr>
              <a:t>明細作成）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B43713-3DBA-174B-C2A9-386AD8AD9911}"/>
              </a:ext>
            </a:extLst>
          </p:cNvPr>
          <p:cNvSpPr/>
          <p:nvPr/>
        </p:nvSpPr>
        <p:spPr>
          <a:xfrm>
            <a:off x="457200" y="889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766B3C56-FAF8-6479-F816-B34BCED0A623}"/>
              </a:ext>
            </a:extLst>
          </p:cNvPr>
          <p:cNvSpPr txBox="1"/>
          <p:nvPr/>
        </p:nvSpPr>
        <p:spPr>
          <a:xfrm>
            <a:off x="533400" y="939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RPA(RK10)</a:t>
            </a:r>
            <a:endParaRPr kumimoji="1" lang="ja-JP" altLang="en-US" sz="1200" b="1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28796E-B1CF-E985-B01A-3A8A21EB8CC9}"/>
              </a:ext>
            </a:extLst>
          </p:cNvPr>
          <p:cNvSpPr/>
          <p:nvPr/>
        </p:nvSpPr>
        <p:spPr>
          <a:xfrm>
            <a:off x="457200" y="2540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22E2AA0-981B-F020-10F0-0CFE5A3BA4AF}"/>
              </a:ext>
            </a:extLst>
          </p:cNvPr>
          <p:cNvSpPr txBox="1"/>
          <p:nvPr/>
        </p:nvSpPr>
        <p:spPr>
          <a:xfrm>
            <a:off x="533400" y="2590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サイト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6E93C98-F7CA-4B72-E733-50A52C03270E}"/>
              </a:ext>
            </a:extLst>
          </p:cNvPr>
          <p:cNvSpPr/>
          <p:nvPr/>
        </p:nvSpPr>
        <p:spPr>
          <a:xfrm>
            <a:off x="457200" y="4191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1DF3E6-3CCB-52D1-9A71-73E878B355C6}"/>
              </a:ext>
            </a:extLst>
          </p:cNvPr>
          <p:cNvSpPr txBox="1"/>
          <p:nvPr/>
        </p:nvSpPr>
        <p:spPr>
          <a:xfrm>
            <a:off x="533400" y="4241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ローカル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ファイル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DDF513-16C6-9205-FA44-D657A4983993}"/>
              </a:ext>
            </a:extLst>
          </p:cNvPr>
          <p:cNvSpPr/>
          <p:nvPr/>
        </p:nvSpPr>
        <p:spPr>
          <a:xfrm>
            <a:off x="457200" y="5842000"/>
            <a:ext cx="11430000" cy="1651000"/>
          </a:xfrm>
          <a:prstGeom prst="rect">
            <a:avLst/>
          </a:prstGeom>
          <a:solidFill>
            <a:srgbClr val="FAF7F5"/>
          </a:solidFill>
          <a:ln>
            <a:solidFill>
              <a:srgbClr val="C8C8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C0D738D-991A-F951-B9AC-08D6DA405DF6}"/>
              </a:ext>
            </a:extLst>
          </p:cNvPr>
          <p:cNvSpPr txBox="1"/>
          <p:nvPr/>
        </p:nvSpPr>
        <p:spPr>
          <a:xfrm>
            <a:off x="533400" y="5892800"/>
            <a:ext cx="2540000" cy="276999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メール</a:t>
            </a:r>
            <a:r>
              <a:rPr kumimoji="1" lang="en-US" altLang="ja-JP" sz="1200" b="1">
                <a:solidFill>
                  <a:srgbClr val="000000"/>
                </a:solidFill>
                <a:latin typeface="Yu Gothic" panose="020B0400000000000000" pitchFamily="50" charset="-128"/>
              </a:rPr>
              <a:t>/</a:t>
            </a:r>
            <a:r>
              <a:rPr kumimoji="1" lang="ja-JP" altLang="en-US" sz="1200" b="1">
                <a:solidFill>
                  <a:srgbClr val="000000"/>
                </a:solidFill>
                <a:latin typeface="Yu Gothic" panose="020B0400000000000000" pitchFamily="50" charset="-128"/>
              </a:rPr>
              <a:t>通知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CEA5EFA-D761-E126-3880-ABAA39108BAD}"/>
              </a:ext>
            </a:extLst>
          </p:cNvPr>
          <p:cNvSpPr/>
          <p:nvPr/>
        </p:nvSpPr>
        <p:spPr>
          <a:xfrm>
            <a:off x="76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rgbClr val="000000"/>
                </a:solidFill>
                <a:latin typeface="Yu Gothic" panose="020B0400000000000000" pitchFamily="50" charset="-128"/>
              </a:rPr>
              <a:t>Start</a:t>
            </a:r>
            <a:endParaRPr kumimoji="1" lang="ja-JP" altLang="en-US" sz="12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3E222D5C-DF33-E249-F41D-C9B38E40FAF5}"/>
              </a:ext>
            </a:extLst>
          </p:cNvPr>
          <p:cNvSpPr/>
          <p:nvPr/>
        </p:nvSpPr>
        <p:spPr>
          <a:xfrm>
            <a:off x="1778000" y="12446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env/config</a:t>
            </a:r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読込
</a:t>
            </a:r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(LOCAL/PROD)</a:t>
            </a:r>
            <a:endParaRPr kumimoji="1" lang="ja-JP" altLang="en-US" sz="14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2945F03F-D262-5DEA-3750-CAE514A57ECF}"/>
              </a:ext>
            </a:extLst>
          </p:cNvPr>
          <p:cNvSpPr/>
          <p:nvPr/>
        </p:nvSpPr>
        <p:spPr>
          <a:xfrm>
            <a:off x="10922000" y="1397000"/>
            <a:ext cx="508000" cy="508000"/>
          </a:xfrm>
          <a:prstGeom prst="ellipse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rgbClr val="000000"/>
                </a:solidFill>
                <a:latin typeface="Yu Gothic" panose="020B0400000000000000" pitchFamily="50" charset="-128"/>
              </a:rPr>
              <a:t>End</a:t>
            </a:r>
            <a:endParaRPr kumimoji="1" lang="ja-JP" altLang="en-US" sz="12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A6350D51-833D-0D93-1D38-2F3096FD6FEA}"/>
              </a:ext>
            </a:extLst>
          </p:cNvPr>
          <p:cNvSpPr/>
          <p:nvPr/>
        </p:nvSpPr>
        <p:spPr>
          <a:xfrm>
            <a:off x="4572000" y="2984500"/>
            <a:ext cx="2032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ETC</a:t>
            </a:r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ログイン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DF01A05-BEB3-CB0B-55A3-9234B988F2B9}"/>
              </a:ext>
            </a:extLst>
          </p:cNvPr>
          <p:cNvSpPr/>
          <p:nvPr/>
        </p:nvSpPr>
        <p:spPr>
          <a:xfrm>
            <a:off x="7112000" y="2984500"/>
            <a:ext cx="2159000" cy="6985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ダウンロード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5453F09A-E48F-5592-6181-D6DC520A470C}"/>
              </a:ext>
            </a:extLst>
          </p:cNvPr>
          <p:cNvSpPr/>
          <p:nvPr/>
        </p:nvSpPr>
        <p:spPr>
          <a:xfrm>
            <a:off x="1905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PDF</a:t>
            </a:r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テキスト抽出
合計行取得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E65FE36-6A5F-1072-F038-852499EDFC27}"/>
              </a:ext>
            </a:extLst>
          </p:cNvPr>
          <p:cNvSpPr/>
          <p:nvPr/>
        </p:nvSpPr>
        <p:spPr>
          <a:xfrm>
            <a:off x="4826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転記
部門別集計</a:t>
            </a:r>
            <a:endParaRPr kumimoji="1" lang="ja-JP" altLang="en-US" sz="14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55D981FF-1467-3783-D7D6-73B7CB7046B3}"/>
              </a:ext>
            </a:extLst>
          </p:cNvPr>
          <p:cNvSpPr/>
          <p:nvPr/>
        </p:nvSpPr>
        <p:spPr>
          <a:xfrm>
            <a:off x="7747000" y="4572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出力保存
コピー</a:t>
            </a:r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(</a:t>
            </a:r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リトライ</a:t>
            </a:r>
            <a:r>
              <a:rPr kumimoji="1" lang="en-US" altLang="ja-JP" sz="1400">
                <a:solidFill>
                  <a:srgbClr val="000000"/>
                </a:solidFill>
                <a:latin typeface="Yu Gothic" panose="020B0400000000000000" pitchFamily="50" charset="-128"/>
              </a:rPr>
              <a:t>)</a:t>
            </a:r>
            <a:endParaRPr kumimoji="1" lang="ja-JP" altLang="en-US" sz="14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0DAC554E-50A0-C664-EBC0-5E1AD996CFE9}"/>
              </a:ext>
            </a:extLst>
          </p:cNvPr>
          <p:cNvSpPr/>
          <p:nvPr/>
        </p:nvSpPr>
        <p:spPr>
          <a:xfrm>
            <a:off x="8763000" y="4000500"/>
            <a:ext cx="2540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400">
                <a:solidFill>
                  <a:srgbClr val="000000"/>
                </a:solidFill>
                <a:latin typeface="Yu Gothic" panose="020B0400000000000000" pitchFamily="50" charset="-128"/>
              </a:rPr>
              <a:t>ZIP</a:t>
            </a:r>
            <a:r>
              <a:rPr kumimoji="1" lang="zh-TW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解凍
明細</a:t>
            </a:r>
            <a:r>
              <a:rPr kumimoji="1" lang="en-US" altLang="zh-TW" sz="1400">
                <a:solidFill>
                  <a:srgbClr val="000000"/>
                </a:solidFill>
                <a:latin typeface="Yu Gothic" panose="020B0400000000000000" pitchFamily="50" charset="-128"/>
              </a:rPr>
              <a:t>Excel</a:t>
            </a:r>
            <a:r>
              <a:rPr kumimoji="1" lang="zh-TW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読込</a:t>
            </a:r>
            <a:endParaRPr kumimoji="1" lang="ja-JP" altLang="en-US" sz="1400">
              <a:solidFill>
                <a:srgbClr val="000000"/>
              </a:solidFill>
              <a:latin typeface="Yu Gothic" panose="020B04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66ED104-7C88-6E97-B038-8A5E67E8B109}"/>
              </a:ext>
            </a:extLst>
          </p:cNvPr>
          <p:cNvSpPr/>
          <p:nvPr/>
        </p:nvSpPr>
        <p:spPr>
          <a:xfrm>
            <a:off x="8382000" y="6223000"/>
            <a:ext cx="2413000" cy="762000"/>
          </a:xfrm>
          <a:prstGeom prst="roundRect">
            <a:avLst/>
          </a:prstGeom>
          <a:solidFill>
            <a:srgbClr val="FFFFFF"/>
          </a:solidFill>
          <a:ln>
            <a:solidFill>
              <a:srgbClr val="78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solidFill>
                  <a:srgbClr val="000000"/>
                </a:solidFill>
                <a:latin typeface="Yu Gothic" panose="020B0400000000000000" pitchFamily="50" charset="-128"/>
              </a:rPr>
              <a:t>結果メール送信</a:t>
            </a:r>
          </a:p>
        </p:txBody>
      </p:sp>
    </p:spTree>
    <p:extLst>
      <p:ext uri="{BB962C8B-B14F-4D97-AF65-F5344CB8AC3E}">
        <p14:creationId xmlns:p14="http://schemas.microsoft.com/office/powerpoint/2010/main" val="1442611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ワイド画面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Masaru Okamura</dc:creator>
  <cp:lastModifiedBy>Masaru Okamura</cp:lastModifiedBy>
  <cp:revision>1</cp:revision>
  <dcterms:created xsi:type="dcterms:W3CDTF">2026-02-01T02:34:31Z</dcterms:created>
  <dcterms:modified xsi:type="dcterms:W3CDTF">2026-02-01T02:34:31Z</dcterms:modified>
</cp:coreProperties>
</file>