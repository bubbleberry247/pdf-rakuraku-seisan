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D5D8C0-AA35-6B8E-529A-7A91EAC46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6E08120-4271-43E8-C0B6-72146B11C3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BB0DC9-517B-891F-8505-DDD4E763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B703-A7CC-4DE5-BB17-EEE1F81F3310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0A8442-15F3-FC88-E6D5-555DEC82D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0F796C-72EA-B3D8-3337-7A554E4D6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5AE6C-0400-42AD-A0C7-4FC9F9D043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2559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52C9DD-941A-DC60-9469-3404E249D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8676CC-E3E8-54B6-4463-B0B8BAF64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479B92-E621-FB3B-2ED2-71D609A4D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B703-A7CC-4DE5-BB17-EEE1F81F3310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F64B0D-A058-51CB-0A12-86927E6F8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10F34B-2E49-2ABD-D74F-D3C1FEBB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5AE6C-0400-42AD-A0C7-4FC9F9D043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894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413C61-CEF0-E267-8599-BC7C145FE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EAD327-E1A3-4CD3-3B09-49C722A62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4BE52D-6B8E-7C82-91E7-1B5FA7CE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B703-A7CC-4DE5-BB17-EEE1F81F3310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13D1CB-9213-0F4D-B02E-D5FC69F41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9B2D57-B77F-CA28-D6F4-D00AE3CB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5AE6C-0400-42AD-A0C7-4FC9F9D043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1861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0A395E-13F7-5F5A-9D9D-1EAE20825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A308C8-2D2E-B886-6408-279162292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737F3B4-823A-61E5-33A8-D1C59C040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2E3989B-3943-2638-9871-9801D0D38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B703-A7CC-4DE5-BB17-EEE1F81F3310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E4EF12-FDE6-5C84-8351-E55422CB5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64D0D9-010C-1383-DF08-BAB3A3B38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5AE6C-0400-42AD-A0C7-4FC9F9D043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8669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907366-7662-CC9F-9CE5-98420253F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B1E6DA-506A-F712-C263-93093E3E5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1C7CA2-F8DD-0C34-A0E3-1B9B7B37C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6B542F3-FF8C-7622-5546-D53B2E722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1D5936B-43CB-0E96-37B9-A291F5866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30ABE45-4BB8-CD93-E338-2693FA5B7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B703-A7CC-4DE5-BB17-EEE1F81F3310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1B8752F-9A7D-F485-1FC2-9BB380CF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BED41A7-58F7-119E-6A56-A05649BE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5AE6C-0400-42AD-A0C7-4FC9F9D043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5596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80375D-E77A-5FF8-EC54-BBE65975F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F843ED9-B000-7368-68E2-9F9EEC253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B703-A7CC-4DE5-BB17-EEE1F81F3310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F4097B0-7D62-DDE0-9FC2-B1AC71CA0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8B51157-4F8E-877B-AFF3-33CEDF714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5AE6C-0400-42AD-A0C7-4FC9F9D043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1097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D38C75B-1686-34CE-A417-C8EEE937C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B703-A7CC-4DE5-BB17-EEE1F81F3310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2713AED-90EA-572B-62F7-65F884CBD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4D763C-8603-A4A3-337F-9404E238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5AE6C-0400-42AD-A0C7-4FC9F9D043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8516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CC1606-F463-426D-E516-ADDD8B06B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B4A65B-ED30-1F5A-1FC1-B553BA680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DCBFC3-5501-973E-FCB8-64F69162B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B40246-A3D6-DCDC-D4CB-88EF8E64F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B703-A7CC-4DE5-BB17-EEE1F81F3310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69B566-6EFA-9724-BFA8-B133C273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55D815-A21D-4198-1524-E2C98F2C1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5AE6C-0400-42AD-A0C7-4FC9F9D043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860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AA060E-C0D4-3013-CE2B-49C140DF3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27B4B5F-531F-0615-69EF-7CAFC2CCF6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29E4CE5-A9A3-2E76-DEF8-28A5485F0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E91FAB-FA98-3668-467A-A205A7CD7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B703-A7CC-4DE5-BB17-EEE1F81F3310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2E7BDC-7939-5EC2-507A-9E6C4CA7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BC5621-124A-CE78-93EC-633F3BD7A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5AE6C-0400-42AD-A0C7-4FC9F9D043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0031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413850-092C-A18F-0747-505EF3CF4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00D72BE-0363-844E-B51E-393EDD86C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6E35C6-B4B0-67AC-9DD2-C617EA1A4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B703-A7CC-4DE5-BB17-EEE1F81F3310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51427F-E87B-BFEF-B82E-EE6EC695E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004ED1-A8D9-D0AC-5016-950D951E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5AE6C-0400-42AD-A0C7-4FC9F9D043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5488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C5977B6-E0AC-EE9A-214E-9C613E7AC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2B7A4A8-EF03-ABA8-8FA5-766C533F2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8398F1-E069-9185-B747-2F2059F9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B703-A7CC-4DE5-BB17-EEE1F81F3310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E583FA-D45C-5257-0631-72DEDCAF0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A4E169-6BF9-A556-DF2F-886CEAC5C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5AE6C-0400-42AD-A0C7-4FC9F9D043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4037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3F82722-A083-30F2-EEE7-EE8CDD75E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0EF39E-6E3B-CCC2-3612-8749BDB65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0DA5E1-6134-D426-867B-C8AEF58889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0B703-A7CC-4DE5-BB17-EEE1F81F3310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A629BE-93C9-633F-64D3-87B1FB3DF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36A9BE-1DD7-F243-9E87-4C894D9F2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5AE6C-0400-42AD-A0C7-4FC9F9D043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3011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805C3BB-F97B-E89C-CB8D-5C994FBD5D5D}"/>
              </a:ext>
            </a:extLst>
          </p:cNvPr>
          <p:cNvSpPr txBox="1"/>
          <p:nvPr/>
        </p:nvSpPr>
        <p:spPr>
          <a:xfrm>
            <a:off x="457200" y="1778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400" b="1">
                <a:latin typeface="Yu Gothic" panose="020B0400000000000000" pitchFamily="50" charset="-128"/>
              </a:rPr>
              <a:t>シナリオ</a:t>
            </a:r>
            <a:r>
              <a:rPr kumimoji="1" lang="en-US" altLang="ja-JP" sz="2400" b="1">
                <a:latin typeface="Yu Gothic" panose="020B0400000000000000" pitchFamily="50" charset="-128"/>
              </a:rPr>
              <a:t>43 BPMN</a:t>
            </a:r>
            <a:r>
              <a:rPr kumimoji="1" lang="ja-JP" altLang="en-US" sz="2400" b="1">
                <a:latin typeface="Yu Gothic" panose="020B0400000000000000" pitchFamily="50" charset="-128"/>
              </a:rPr>
              <a:t>（</a:t>
            </a:r>
            <a:r>
              <a:rPr kumimoji="1" lang="en-US" altLang="ja-JP" sz="2400" b="1">
                <a:latin typeface="Yu Gothic" panose="020B0400000000000000" pitchFamily="50" charset="-128"/>
              </a:rPr>
              <a:t>ETC</a:t>
            </a:r>
            <a:r>
              <a:rPr kumimoji="1" lang="ja-JP" altLang="en-US" sz="2400" b="1">
                <a:latin typeface="Yu Gothic" panose="020B0400000000000000" pitchFamily="50" charset="-128"/>
              </a:rPr>
              <a:t>明細作成）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141A13-41D9-CB41-6527-C10A4CA5D2EA}"/>
              </a:ext>
            </a:extLst>
          </p:cNvPr>
          <p:cNvSpPr/>
          <p:nvPr/>
        </p:nvSpPr>
        <p:spPr>
          <a:xfrm>
            <a:off x="457200" y="889000"/>
            <a:ext cx="11430000" cy="1651000"/>
          </a:xfrm>
          <a:prstGeom prst="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CD4DF7-CD96-C7C6-F1E6-2909BD49B8C8}"/>
              </a:ext>
            </a:extLst>
          </p:cNvPr>
          <p:cNvSpPr txBox="1"/>
          <p:nvPr/>
        </p:nvSpPr>
        <p:spPr>
          <a:xfrm>
            <a:off x="533400" y="9398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 b="1">
                <a:latin typeface="Yu Gothic" panose="020B0400000000000000" pitchFamily="50" charset="-128"/>
              </a:rPr>
              <a:t>RPA(RK10)</a:t>
            </a:r>
            <a:endParaRPr kumimoji="1" lang="ja-JP" altLang="en-US" sz="1200" b="1">
              <a:latin typeface="Yu Gothic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33ADF05-4429-C65F-3916-CD3C40DDA217}"/>
              </a:ext>
            </a:extLst>
          </p:cNvPr>
          <p:cNvSpPr/>
          <p:nvPr/>
        </p:nvSpPr>
        <p:spPr>
          <a:xfrm>
            <a:off x="457200" y="2540000"/>
            <a:ext cx="11430000" cy="1651000"/>
          </a:xfrm>
          <a:prstGeom prst="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ADBDD6D-B9E6-71F7-FB94-D02EAF1105FE}"/>
              </a:ext>
            </a:extLst>
          </p:cNvPr>
          <p:cNvSpPr txBox="1"/>
          <p:nvPr/>
        </p:nvSpPr>
        <p:spPr>
          <a:xfrm>
            <a:off x="533400" y="25908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 b="1">
                <a:latin typeface="Yu Gothic" panose="020B0400000000000000" pitchFamily="50" charset="-128"/>
              </a:rPr>
              <a:t>ETC</a:t>
            </a:r>
            <a:r>
              <a:rPr kumimoji="1" lang="ja-JP" altLang="en-US" sz="1200" b="1">
                <a:latin typeface="Yu Gothic" panose="020B0400000000000000" pitchFamily="50" charset="-128"/>
              </a:rPr>
              <a:t>サイト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1F82477-DC57-DB4F-02D6-08F426B108A4}"/>
              </a:ext>
            </a:extLst>
          </p:cNvPr>
          <p:cNvSpPr/>
          <p:nvPr/>
        </p:nvSpPr>
        <p:spPr>
          <a:xfrm>
            <a:off x="457200" y="4191000"/>
            <a:ext cx="11430000" cy="1651000"/>
          </a:xfrm>
          <a:prstGeom prst="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CDB8E55-CB56-001A-E061-CB1F15ED18B8}"/>
              </a:ext>
            </a:extLst>
          </p:cNvPr>
          <p:cNvSpPr txBox="1"/>
          <p:nvPr/>
        </p:nvSpPr>
        <p:spPr>
          <a:xfrm>
            <a:off x="533400" y="42418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 b="1">
                <a:latin typeface="Yu Gothic" panose="020B0400000000000000" pitchFamily="50" charset="-128"/>
              </a:rPr>
              <a:t>ローカル</a:t>
            </a:r>
            <a:r>
              <a:rPr kumimoji="1" lang="en-US" altLang="ja-JP" sz="1200" b="1"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latin typeface="Yu Gothic" panose="020B0400000000000000" pitchFamily="50" charset="-128"/>
              </a:rPr>
              <a:t>ファイル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679804C-EAF7-7352-E1BD-1F24F58F160F}"/>
              </a:ext>
            </a:extLst>
          </p:cNvPr>
          <p:cNvSpPr/>
          <p:nvPr/>
        </p:nvSpPr>
        <p:spPr>
          <a:xfrm>
            <a:off x="457200" y="5842000"/>
            <a:ext cx="11430000" cy="1651000"/>
          </a:xfrm>
          <a:prstGeom prst="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1A662FD-BF50-5B95-986D-BC63464D28E2}"/>
              </a:ext>
            </a:extLst>
          </p:cNvPr>
          <p:cNvSpPr txBox="1"/>
          <p:nvPr/>
        </p:nvSpPr>
        <p:spPr>
          <a:xfrm>
            <a:off x="533400" y="58928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 b="1">
                <a:latin typeface="Yu Gothic" panose="020B0400000000000000" pitchFamily="50" charset="-128"/>
              </a:rPr>
              <a:t>メール</a:t>
            </a:r>
            <a:r>
              <a:rPr kumimoji="1" lang="en-US" altLang="ja-JP" sz="1200" b="1"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latin typeface="Yu Gothic" panose="020B0400000000000000" pitchFamily="50" charset="-128"/>
              </a:rPr>
              <a:t>通知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9157107A-8905-C96D-1963-BD527E8D6993}"/>
              </a:ext>
            </a:extLst>
          </p:cNvPr>
          <p:cNvSpPr/>
          <p:nvPr/>
        </p:nvSpPr>
        <p:spPr>
          <a:xfrm>
            <a:off x="762000" y="1397000"/>
            <a:ext cx="508000" cy="508000"/>
          </a:xfrm>
          <a:prstGeom prst="ellipse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Start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65F43F1E-55E1-D5F8-23DB-75F665E64F49}"/>
              </a:ext>
            </a:extLst>
          </p:cNvPr>
          <p:cNvSpPr/>
          <p:nvPr/>
        </p:nvSpPr>
        <p:spPr>
          <a:xfrm>
            <a:off x="1778000" y="1244600"/>
            <a:ext cx="2159000" cy="69850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latin typeface="Yu Gothic" panose="020B0400000000000000" pitchFamily="50" charset="-128"/>
              </a:rPr>
              <a:t>env/config</a:t>
            </a:r>
            <a:r>
              <a:rPr kumimoji="1" lang="ja-JP" altLang="en-US" sz="1400">
                <a:latin typeface="Yu Gothic" panose="020B0400000000000000" pitchFamily="50" charset="-128"/>
              </a:rPr>
              <a:t>読込
</a:t>
            </a:r>
            <a:r>
              <a:rPr kumimoji="1" lang="en-US" altLang="ja-JP" sz="1400">
                <a:latin typeface="Yu Gothic" panose="020B0400000000000000" pitchFamily="50" charset="-128"/>
              </a:rPr>
              <a:t>(LOCAL/PROD)</a:t>
            </a:r>
            <a:endParaRPr kumimoji="1" lang="ja-JP" altLang="en-US" sz="1400">
              <a:latin typeface="Yu Gothic" panose="020B0400000000000000" pitchFamily="50" charset="-128"/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F9CB3DCD-18D4-073E-7A69-23355C3430C6}"/>
              </a:ext>
            </a:extLst>
          </p:cNvPr>
          <p:cNvSpPr/>
          <p:nvPr/>
        </p:nvSpPr>
        <p:spPr>
          <a:xfrm>
            <a:off x="10922000" y="1397000"/>
            <a:ext cx="508000" cy="508000"/>
          </a:xfrm>
          <a:prstGeom prst="ellipse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End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35D56CB1-E863-420E-9D37-9C2D2347BD07}"/>
              </a:ext>
            </a:extLst>
          </p:cNvPr>
          <p:cNvSpPr/>
          <p:nvPr/>
        </p:nvSpPr>
        <p:spPr>
          <a:xfrm>
            <a:off x="4572000" y="2984500"/>
            <a:ext cx="2032000" cy="69850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latin typeface="Yu Gothic" panose="020B0400000000000000" pitchFamily="50" charset="-128"/>
              </a:rPr>
              <a:t>ETC</a:t>
            </a:r>
            <a:r>
              <a:rPr kumimoji="1" lang="ja-JP" altLang="en-US" sz="1400">
                <a:latin typeface="Yu Gothic" panose="020B0400000000000000" pitchFamily="50" charset="-128"/>
              </a:rPr>
              <a:t>ログイン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CE8F45E-3E5B-92FF-782B-98CBACB6D70E}"/>
              </a:ext>
            </a:extLst>
          </p:cNvPr>
          <p:cNvSpPr/>
          <p:nvPr/>
        </p:nvSpPr>
        <p:spPr>
          <a:xfrm>
            <a:off x="7112000" y="2984500"/>
            <a:ext cx="2159000" cy="69850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latin typeface="Yu Gothic" panose="020B0400000000000000" pitchFamily="50" charset="-128"/>
              </a:rPr>
              <a:t>ZIP</a:t>
            </a:r>
            <a:r>
              <a:rPr kumimoji="1" lang="ja-JP" altLang="en-US" sz="1400">
                <a:latin typeface="Yu Gothic" panose="020B0400000000000000" pitchFamily="50" charset="-128"/>
              </a:rPr>
              <a:t>ダウンロード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2C697FE2-CAC4-01DF-C1F1-23BA6C3CA60E}"/>
              </a:ext>
            </a:extLst>
          </p:cNvPr>
          <p:cNvSpPr/>
          <p:nvPr/>
        </p:nvSpPr>
        <p:spPr>
          <a:xfrm>
            <a:off x="1905000" y="4572000"/>
            <a:ext cx="2413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latin typeface="Yu Gothic" panose="020B0400000000000000" pitchFamily="50" charset="-128"/>
              </a:rPr>
              <a:t>PDF</a:t>
            </a:r>
            <a:r>
              <a:rPr kumimoji="1" lang="ja-JP" altLang="en-US" sz="1400">
                <a:latin typeface="Yu Gothic" panose="020B0400000000000000" pitchFamily="50" charset="-128"/>
              </a:rPr>
              <a:t>テキスト抽出
合計行取得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B12BA1E3-F5A6-399E-A788-42895866FCF0}"/>
              </a:ext>
            </a:extLst>
          </p:cNvPr>
          <p:cNvSpPr/>
          <p:nvPr/>
        </p:nvSpPr>
        <p:spPr>
          <a:xfrm>
            <a:off x="4826000" y="4572000"/>
            <a:ext cx="2413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>
                <a:latin typeface="Yu Gothic" panose="020B0400000000000000" pitchFamily="50" charset="-128"/>
              </a:rPr>
              <a:t>Excel</a:t>
            </a:r>
            <a:r>
              <a:rPr kumimoji="1" lang="zh-TW" altLang="en-US" sz="1400">
                <a:latin typeface="Yu Gothic" panose="020B0400000000000000" pitchFamily="50" charset="-128"/>
              </a:rPr>
              <a:t>転記
部門別集計</a:t>
            </a:r>
            <a:endParaRPr kumimoji="1" lang="ja-JP" altLang="en-US" sz="1400">
              <a:latin typeface="Yu Gothic" panose="020B0400000000000000" pitchFamily="50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FD2179C5-CD20-93B6-64AB-57293156BBA8}"/>
              </a:ext>
            </a:extLst>
          </p:cNvPr>
          <p:cNvSpPr/>
          <p:nvPr/>
        </p:nvSpPr>
        <p:spPr>
          <a:xfrm>
            <a:off x="7747000" y="4572000"/>
            <a:ext cx="2413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latin typeface="Yu Gothic" panose="020B0400000000000000" pitchFamily="50" charset="-128"/>
              </a:rPr>
              <a:t>出力保存
コピー</a:t>
            </a:r>
            <a:r>
              <a:rPr kumimoji="1" lang="en-US" altLang="ja-JP" sz="1400">
                <a:latin typeface="Yu Gothic" panose="020B0400000000000000" pitchFamily="50" charset="-128"/>
              </a:rPr>
              <a:t>(</a:t>
            </a:r>
            <a:r>
              <a:rPr kumimoji="1" lang="ja-JP" altLang="en-US" sz="1400">
                <a:latin typeface="Yu Gothic" panose="020B0400000000000000" pitchFamily="50" charset="-128"/>
              </a:rPr>
              <a:t>リトライ</a:t>
            </a:r>
            <a:r>
              <a:rPr kumimoji="1" lang="en-US" altLang="ja-JP" sz="1400">
                <a:latin typeface="Yu Gothic" panose="020B0400000000000000" pitchFamily="50" charset="-128"/>
              </a:rPr>
              <a:t>)</a:t>
            </a:r>
            <a:endParaRPr kumimoji="1" lang="ja-JP" altLang="en-US" sz="1400">
              <a:latin typeface="Yu Gothic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7CF62388-D469-FE72-BBE8-6BD7CC94A767}"/>
              </a:ext>
            </a:extLst>
          </p:cNvPr>
          <p:cNvSpPr/>
          <p:nvPr/>
        </p:nvSpPr>
        <p:spPr>
          <a:xfrm>
            <a:off x="8763000" y="4000500"/>
            <a:ext cx="2540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>
                <a:latin typeface="Yu Gothic" panose="020B0400000000000000" pitchFamily="50" charset="-128"/>
              </a:rPr>
              <a:t>ZIP</a:t>
            </a:r>
            <a:r>
              <a:rPr kumimoji="1" lang="zh-TW" altLang="en-US" sz="1400">
                <a:latin typeface="Yu Gothic" panose="020B0400000000000000" pitchFamily="50" charset="-128"/>
              </a:rPr>
              <a:t>解凍
明細</a:t>
            </a:r>
            <a:r>
              <a:rPr kumimoji="1" lang="en-US" altLang="zh-TW" sz="1400">
                <a:latin typeface="Yu Gothic" panose="020B0400000000000000" pitchFamily="50" charset="-128"/>
              </a:rPr>
              <a:t>Excel</a:t>
            </a:r>
            <a:r>
              <a:rPr kumimoji="1" lang="zh-TW" altLang="en-US" sz="1400">
                <a:latin typeface="Yu Gothic" panose="020B0400000000000000" pitchFamily="50" charset="-128"/>
              </a:rPr>
              <a:t>読込</a:t>
            </a:r>
            <a:endParaRPr kumimoji="1" lang="ja-JP" altLang="en-US" sz="1400">
              <a:latin typeface="Yu Gothic" panose="020B0400000000000000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927371FD-E46E-0917-B575-BBF124E03264}"/>
              </a:ext>
            </a:extLst>
          </p:cNvPr>
          <p:cNvSpPr/>
          <p:nvPr/>
        </p:nvSpPr>
        <p:spPr>
          <a:xfrm>
            <a:off x="8382000" y="6223000"/>
            <a:ext cx="2413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latin typeface="Yu Gothic" panose="020B0400000000000000" pitchFamily="50" charset="-128"/>
              </a:rPr>
              <a:t>結果メール送信</a:t>
            </a:r>
          </a:p>
        </p:txBody>
      </p:sp>
    </p:spTree>
    <p:extLst>
      <p:ext uri="{BB962C8B-B14F-4D97-AF65-F5344CB8AC3E}">
        <p14:creationId xmlns:p14="http://schemas.microsoft.com/office/powerpoint/2010/main" val="1740229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ワイド画面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Yu Gothic</vt:lpstr>
      <vt:lpstr>Yu Gothic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Masaru Okamura</dc:creator>
  <cp:lastModifiedBy>Masaru Okamura</cp:lastModifiedBy>
  <cp:revision>1</cp:revision>
  <dcterms:created xsi:type="dcterms:W3CDTF">2026-02-01T02:23:17Z</dcterms:created>
  <dcterms:modified xsi:type="dcterms:W3CDTF">2026-02-01T02:23:17Z</dcterms:modified>
</cp:coreProperties>
</file>