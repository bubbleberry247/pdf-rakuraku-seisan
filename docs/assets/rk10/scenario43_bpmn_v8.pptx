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13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E00690-BCFF-CD36-BEE7-4FA5228B9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5559AA7-9244-1ABD-44E7-0CE75A6AC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B2770E-5D2D-1AAD-A7EF-B8E230FF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4598DC-60D9-29D6-C1B9-5C039B1C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2412D1-C8BD-EACE-54D0-90F90351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91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C7C16-2C68-1701-D509-954031E8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268C05-48B2-0FB1-7832-3B0BE919D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CC713C-3848-866C-0F03-B401B4332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8A2AD8-0A05-7FA6-74D2-21EB29A7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8CBA01-2CE2-DA05-E90E-0F74F6EC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24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C847A5-0CCC-2F74-6160-53FAAE94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FAD2FD-F08C-69B6-6F17-630FBCAB4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8A7A57-7FCC-2929-B747-DF138DB0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82ECDE-9ABE-CA31-3AC0-B1CD9A92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97AE04-C5B2-A388-67A1-7B6EA6B0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3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063201-0A7F-CE69-C016-6AC2A615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A7AFA7-14A3-C0F5-0C50-B77FB3C6A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54EBE1-0804-7BE6-BD27-AAF175FC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98CB78-F5C9-052A-0221-448AD503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AA3738-A779-4E24-6626-CBD18C89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3D8225-A012-92B7-7E50-A7657B7A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286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57E7E4-3F38-32B1-9258-9CD7DC65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AFA14D-99D7-FC9A-8AD0-7AF28DBDE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4FA42C-06E0-0AD3-F032-FA07DC9A5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9DBD37-FAA6-4195-5B22-D43B10D99E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7C6E83C-86DF-C6DE-647A-3C67AA29A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A0EE2C-0086-B1E4-D079-6D7B46C0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DCBE29-E77F-CEA5-BD8A-28448700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8CA7A7-BCC1-640A-F578-31A417FC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60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3932A0-E77A-C07C-F486-C1FE3DEE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E8D5A5-0044-D74F-F41B-023A6CF1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BECF09-1B6F-6EDE-2262-AADB9E09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207583-B137-3340-76BD-4AA22373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78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BC2D86-5661-5ECF-BC68-D3E950BC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67F6E57-D685-40AE-4DA9-202C6DA8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282F25-B39B-ED20-1ED0-F1402338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0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333296-051F-70CD-75CD-311A0124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21A1CE-F6ED-6050-7972-0352B6B82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DD06B3-F4CF-D8CB-F063-73BFBCC7D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E624C5-F1A9-3804-CD4B-9EFE4478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929858-C752-5547-6788-CF735FC6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6D9B64-B86C-721F-BBB8-3F6711E4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85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F9F64-97EE-7347-B1D5-8D392F549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FAFDDE4-8604-537A-5BAB-64C9A34D7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9CF6F8-7CBC-0627-3AD6-130FFA183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8FB08B-5486-4087-FF91-2264D082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F2366B-D4C5-EA4F-2762-05B2993A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2C3219-2E4E-79D5-527B-847C4AF1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894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34D3C3-765F-C830-7F4D-7C91DD6F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9E2B36-2537-AFC8-AF77-DD77E5E22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AEF637-488B-F614-6DF2-410E6A3F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B3A881-9BAB-CC6E-2E78-0A7E55B4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481B0-9E33-4834-113F-8536D4BB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197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EFB9771-16A8-8F90-B7B8-2729E9045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2F8742-F79B-1CF9-316C-F51F35CE8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644CD4-2812-0DF9-9D09-CC49145F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60085A-F448-C827-536B-D3CE1BC2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B78873-4765-6E54-BC14-DF389B79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2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81E8B4-3D16-E4A0-AF48-B4466D17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774306-CF66-0639-5A5A-CEF2F2C50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724555-9C63-D0EF-980C-E39F6AA8A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C9EA4-EAC2-468F-AF28-96582405762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7620E4-F81C-4BEE-25A4-09590B990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7269A3-4624-6D22-1718-4FC8C389E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1CA97-6278-4EDC-A770-7FF079DF22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D21431-B653-D100-F929-B1733A7C173B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400" b="1"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480F7CB-4214-4160-2143-DD10E176098F}"/>
              </a:ext>
            </a:extLst>
          </p:cNvPr>
          <p:cNvSpPr/>
          <p:nvPr/>
        </p:nvSpPr>
        <p:spPr>
          <a:xfrm>
            <a:off x="254000" y="889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A3D355-412D-0DE8-339B-0575DD9D96D9}"/>
              </a:ext>
            </a:extLst>
          </p:cNvPr>
          <p:cNvSpPr txBox="1"/>
          <p:nvPr/>
        </p:nvSpPr>
        <p:spPr>
          <a:xfrm>
            <a:off x="381000" y="990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6842F7-A7C4-276D-9CD7-FBA691ADD823}"/>
              </a:ext>
            </a:extLst>
          </p:cNvPr>
          <p:cNvSpPr/>
          <p:nvPr/>
        </p:nvSpPr>
        <p:spPr>
          <a:xfrm>
            <a:off x="254000" y="2286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0A818A-AA93-C8A9-E928-8D4AA679CECC}"/>
              </a:ext>
            </a:extLst>
          </p:cNvPr>
          <p:cNvSpPr txBox="1"/>
          <p:nvPr/>
        </p:nvSpPr>
        <p:spPr>
          <a:xfrm>
            <a:off x="381000" y="2387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E7810E-AA33-89C2-EF8A-1C212B5C7A77}"/>
              </a:ext>
            </a:extLst>
          </p:cNvPr>
          <p:cNvSpPr/>
          <p:nvPr/>
        </p:nvSpPr>
        <p:spPr>
          <a:xfrm>
            <a:off x="254000" y="3683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6ADB41-466D-4C91-6955-23E3D66B4AFB}"/>
              </a:ext>
            </a:extLst>
          </p:cNvPr>
          <p:cNvSpPr txBox="1"/>
          <p:nvPr/>
        </p:nvSpPr>
        <p:spPr>
          <a:xfrm>
            <a:off x="381000" y="3784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B6E21C5-2A3F-26D1-1FAB-9AD1F3A03A03}"/>
              </a:ext>
            </a:extLst>
          </p:cNvPr>
          <p:cNvSpPr/>
          <p:nvPr/>
        </p:nvSpPr>
        <p:spPr>
          <a:xfrm>
            <a:off x="254000" y="5080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3BDA7F-1E7D-51EA-A55B-851FF79106AC}"/>
              </a:ext>
            </a:extLst>
          </p:cNvPr>
          <p:cNvSpPr txBox="1"/>
          <p:nvPr/>
        </p:nvSpPr>
        <p:spPr>
          <a:xfrm>
            <a:off x="381000" y="5181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DAB1E17-BC90-2BD0-8367-CA8099664722}"/>
              </a:ext>
            </a:extLst>
          </p:cNvPr>
          <p:cNvSpPr/>
          <p:nvPr/>
        </p:nvSpPr>
        <p:spPr>
          <a:xfrm>
            <a:off x="635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Start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68462F-3945-CC5E-A82F-33800AC920C1}"/>
              </a:ext>
            </a:extLst>
          </p:cNvPr>
          <p:cNvSpPr/>
          <p:nvPr/>
        </p:nvSpPr>
        <p:spPr>
          <a:xfrm>
            <a:off x="1778000" y="1206500"/>
            <a:ext cx="2794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env/config</a:t>
            </a:r>
            <a:r>
              <a:rPr kumimoji="1" lang="ja-JP" altLang="en-US" sz="1200">
                <a:latin typeface="Yu Gothic" panose="020B0400000000000000" pitchFamily="50" charset="-128"/>
              </a:rPr>
              <a:t>読込
</a:t>
            </a:r>
            <a:r>
              <a:rPr kumimoji="1" lang="en-US" altLang="ja-JP" sz="1200">
                <a:latin typeface="Yu Gothic" panose="020B0400000000000000" pitchFamily="50" charset="-128"/>
              </a:rPr>
              <a:t>(LOCAL/PROD)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E192DE1-4263-E111-1B4B-22CDD729E61D}"/>
              </a:ext>
            </a:extLst>
          </p:cNvPr>
          <p:cNvSpPr/>
          <p:nvPr/>
        </p:nvSpPr>
        <p:spPr>
          <a:xfrm>
            <a:off x="11176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End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FE5B9AA-16F4-9439-F6AF-3F46F8A45F49}"/>
              </a:ext>
            </a:extLst>
          </p:cNvPr>
          <p:cNvSpPr/>
          <p:nvPr/>
        </p:nvSpPr>
        <p:spPr>
          <a:xfrm>
            <a:off x="4572000" y="2667000"/>
            <a:ext cx="2286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ETC</a:t>
            </a:r>
            <a:r>
              <a:rPr kumimoji="1" lang="ja-JP" altLang="en-US" sz="1200"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0E3A219-D4F5-022F-95F1-12A87E17BAB3}"/>
              </a:ext>
            </a:extLst>
          </p:cNvPr>
          <p:cNvSpPr/>
          <p:nvPr/>
        </p:nvSpPr>
        <p:spPr>
          <a:xfrm>
            <a:off x="7366000" y="2667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ZIP</a:t>
            </a:r>
            <a:r>
              <a:rPr kumimoji="1" lang="ja-JP" altLang="en-US" sz="1200"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48386ED-77CF-87B0-65FC-3D348FEADCC3}"/>
              </a:ext>
            </a:extLst>
          </p:cNvPr>
          <p:cNvSpPr/>
          <p:nvPr/>
        </p:nvSpPr>
        <p:spPr>
          <a:xfrm>
            <a:off x="1778000" y="4000500"/>
            <a:ext cx="2540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ZIP</a:t>
            </a:r>
            <a:r>
              <a:rPr kumimoji="1" lang="zh-TW" altLang="en-US" sz="1200">
                <a:latin typeface="Yu Gothic" panose="020B0400000000000000" pitchFamily="50" charset="-128"/>
              </a:rPr>
              <a:t>解凍
明細</a:t>
            </a:r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読込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1BD4CA4-E17A-B1F5-B594-2D324A101742}"/>
              </a:ext>
            </a:extLst>
          </p:cNvPr>
          <p:cNvSpPr/>
          <p:nvPr/>
        </p:nvSpPr>
        <p:spPr>
          <a:xfrm>
            <a:off x="4826000" y="4000500"/>
            <a:ext cx="2794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PDF</a:t>
            </a:r>
            <a:r>
              <a:rPr kumimoji="1" lang="ja-JP" altLang="en-US" sz="1200"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0E36C1B-BEA2-1638-EDE3-3C84E470BE1C}"/>
              </a:ext>
            </a:extLst>
          </p:cNvPr>
          <p:cNvSpPr/>
          <p:nvPr/>
        </p:nvSpPr>
        <p:spPr>
          <a:xfrm>
            <a:off x="8128000" y="4000500"/>
            <a:ext cx="2540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転記
部門別集計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5C6EA29-DCDF-A79B-319A-43811507BB57}"/>
              </a:ext>
            </a:extLst>
          </p:cNvPr>
          <p:cNvSpPr/>
          <p:nvPr/>
        </p:nvSpPr>
        <p:spPr>
          <a:xfrm>
            <a:off x="8128000" y="4572000"/>
            <a:ext cx="2540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出力保存
コピー（リトライ）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4610089-8B4C-2C2B-66CF-D6BC73E375BA}"/>
              </a:ext>
            </a:extLst>
          </p:cNvPr>
          <p:cNvSpPr/>
          <p:nvPr/>
        </p:nvSpPr>
        <p:spPr>
          <a:xfrm>
            <a:off x="8128000" y="5524500"/>
            <a:ext cx="2794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結果メール送信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CB7987D-A5BB-8F5E-6A8F-217D61B03DD7}"/>
              </a:ext>
            </a:extLst>
          </p:cNvPr>
          <p:cNvCxnSpPr/>
          <p:nvPr/>
        </p:nvCxnSpPr>
        <p:spPr>
          <a:xfrm flipV="1">
            <a:off x="1092200" y="1555750"/>
            <a:ext cx="685800" cy="635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48A75AC-830C-AFE4-B76D-BA9B1013051A}"/>
              </a:ext>
            </a:extLst>
          </p:cNvPr>
          <p:cNvCxnSpPr/>
          <p:nvPr/>
        </p:nvCxnSpPr>
        <p:spPr>
          <a:xfrm>
            <a:off x="3175000" y="1905000"/>
            <a:ext cx="2540000" cy="762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72E1FF0-1F44-23E9-A6E2-1F37129A9A67}"/>
              </a:ext>
            </a:extLst>
          </p:cNvPr>
          <p:cNvCxnSpPr/>
          <p:nvPr/>
        </p:nvCxnSpPr>
        <p:spPr>
          <a:xfrm>
            <a:off x="6858000" y="2984500"/>
            <a:ext cx="508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AE09C8A-F9CD-7CCA-5621-9100F73A00B3}"/>
              </a:ext>
            </a:extLst>
          </p:cNvPr>
          <p:cNvCxnSpPr/>
          <p:nvPr/>
        </p:nvCxnSpPr>
        <p:spPr>
          <a:xfrm flipH="1">
            <a:off x="3048000" y="3302000"/>
            <a:ext cx="5588000" cy="6985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4F96A7A-ACF0-48D0-7BB4-23B901794894}"/>
              </a:ext>
            </a:extLst>
          </p:cNvPr>
          <p:cNvCxnSpPr/>
          <p:nvPr/>
        </p:nvCxnSpPr>
        <p:spPr>
          <a:xfrm>
            <a:off x="4318000" y="4349750"/>
            <a:ext cx="508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727D4F8-001D-2683-7DD0-EAA7BA63C67C}"/>
              </a:ext>
            </a:extLst>
          </p:cNvPr>
          <p:cNvCxnSpPr/>
          <p:nvPr/>
        </p:nvCxnSpPr>
        <p:spPr>
          <a:xfrm>
            <a:off x="7620000" y="4349750"/>
            <a:ext cx="508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503F7EA-13E6-94B6-C671-E8D25C875138}"/>
              </a:ext>
            </a:extLst>
          </p:cNvPr>
          <p:cNvCxnSpPr/>
          <p:nvPr/>
        </p:nvCxnSpPr>
        <p:spPr>
          <a:xfrm flipV="1">
            <a:off x="9398000" y="4572000"/>
            <a:ext cx="0" cy="127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15A6CFA-ADDB-9271-ADF7-1756ED9E47EA}"/>
              </a:ext>
            </a:extLst>
          </p:cNvPr>
          <p:cNvCxnSpPr/>
          <p:nvPr/>
        </p:nvCxnSpPr>
        <p:spPr>
          <a:xfrm>
            <a:off x="9398000" y="5270500"/>
            <a:ext cx="127000" cy="254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4A191C93-72EC-D86B-2806-035325E6CC89}"/>
              </a:ext>
            </a:extLst>
          </p:cNvPr>
          <p:cNvCxnSpPr/>
          <p:nvPr/>
        </p:nvCxnSpPr>
        <p:spPr>
          <a:xfrm flipV="1">
            <a:off x="10922000" y="1562100"/>
            <a:ext cx="254000" cy="431165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538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2026-02-01T02:48:23Z</dcterms:created>
  <dcterms:modified xsi:type="dcterms:W3CDTF">2026-02-01T02:48:23Z</dcterms:modified>
</cp:coreProperties>
</file>