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2FD38-564A-BD6C-B551-475FB469C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122CBA-4984-9B4C-5109-952C6D065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EA40D3-30E6-BFCB-3AF4-D3873A9A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39EC6-BB03-47E3-195A-57B39D11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D090DF-2C84-F63E-550C-DB93E9D5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156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47C93-7D99-1BDD-5F51-E80B162E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F1888D-B560-B8A2-20E8-0AE232D85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A913CC-6E33-EB01-4C07-C8B85FFB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440885-526E-BA33-29D0-30A2C9A5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425B48-E94A-C72F-D8EB-5F6F2C80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42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3DBEA-B17B-DBC1-6573-9164FF37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801543-F7B1-CF3F-88A9-889DB7C90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7EFB29-3FD1-7514-29A4-058236C9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368FCB-ED06-8DE8-221A-29539901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0D5A73-E392-11E2-FD4C-2F2AAA2E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7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D64DE-D45D-A5C0-3272-1AE5ACCB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6C5FF1-2C09-6011-6EEE-34ADEFC46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E5D738-AB96-0EDB-3D9F-B6E9A4BBB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A5BFCB-4AEA-F722-5F36-539F25B4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FC49DA-C732-DF30-D658-0E61C0CA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0AED85-DF89-DE76-AB77-3764A644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08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31B86-94DA-E02A-0019-4FEAC301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F76DF8-87E4-BA51-D69D-C662BA47E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29116B-38B7-9066-D7E9-9D286E955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493D64-7AD5-28DD-6521-78CB7D5CD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4DA542-3F98-B6F3-8FF4-98825475C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BAD1D0-9F49-F8A7-CF02-FFB3BB0B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A6D8755-AE7F-6A47-108C-EC33A306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02E38-7B54-8629-00ED-E3B01590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9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F78A3-9283-4634-2CA0-05AB06EF8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B474B9-F95F-0F75-D482-8A602B68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131BA88-7D6E-863A-03CF-F089652D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5E4107-A43B-0061-11CA-4BFBC0D8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98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03B8C5-881A-9F74-E195-B6843C74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39116A-F9FD-E5F0-82D2-A6F99904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34A6BF-94C9-A208-7DCF-8491BF62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41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CFE0F3-A87B-EA07-C365-D584BF8C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667461-35D2-9F97-257D-A7C8C53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066612-30E3-EAB0-5AED-8B1FA90A4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EA5893-0B40-3AD4-0A31-12D18B86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92FC16-D74D-F117-52B5-04A4A51B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03EF4A-5782-6D25-CB96-C50B8066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02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CB5F7-2639-ECD0-8DBA-C3BBE0DE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081242-454C-AEC0-396C-2716ECFA6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750373-25BA-0296-5A66-B9D21FDC1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665E9A-13F4-B034-039B-942CCEDD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844B76-3A85-4822-F4C9-ADA7097E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F69BA8-F163-0868-FAEA-2460CA4B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10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5B08E-55EC-40F9-ACCE-964FB399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8F724C-EE34-8904-6EAB-D36B0CC83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2B59CA-9CB1-9472-B1AB-390D95C4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9B39D-FED0-9810-BCBE-6BA91C82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38B7E3-DADF-E481-DC51-E460B460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61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EB17B9-8548-C6E4-AD2F-774F84585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6939B2-0E1D-94F8-D518-03D7DD41D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25F550-5736-927C-3E72-666DA017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4B9441-E211-49A6-C7D0-F7A4274F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660270-F507-D518-3272-EF0F0AF3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15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DD8E68-004E-D8D1-A335-34C74C8E3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5BFBBA-EB60-0FF2-3C95-6508F3F83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2A67F4-BA6F-96CF-9EBC-B5D5E9405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A2767-F171-40E8-BF09-FD1EF11E0E32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4467C-4FDD-F12B-897A-0A221CD85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91B402-C889-25A5-E5DB-495A58CE8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7655E-90D4-4FD3-B991-27208A31BE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27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1D483D-9F4E-2EBE-EAB0-FED75E92A126}"/>
              </a:ext>
            </a:extLst>
          </p:cNvPr>
          <p:cNvSpPr txBox="1"/>
          <p:nvPr/>
        </p:nvSpPr>
        <p:spPr>
          <a:xfrm>
            <a:off x="457200" y="177800"/>
            <a:ext cx="10160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BAEFFE6-21B4-FBAD-41E6-5F4638D8EB22}"/>
              </a:ext>
            </a:extLst>
          </p:cNvPr>
          <p:cNvSpPr/>
          <p:nvPr/>
        </p:nvSpPr>
        <p:spPr>
          <a:xfrm>
            <a:off x="457200" y="889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03836C-82AD-814F-FE71-B8735528A844}"/>
              </a:ext>
            </a:extLst>
          </p:cNvPr>
          <p:cNvSpPr txBox="1"/>
          <p:nvPr/>
        </p:nvSpPr>
        <p:spPr>
          <a:xfrm>
            <a:off x="533400" y="939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153CDF-C32B-824A-3E9F-320FD3AD800E}"/>
              </a:ext>
            </a:extLst>
          </p:cNvPr>
          <p:cNvSpPr/>
          <p:nvPr/>
        </p:nvSpPr>
        <p:spPr>
          <a:xfrm>
            <a:off x="457200" y="2540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F27FA2-2AF7-B9E7-18AD-37FF11D8C7C2}"/>
              </a:ext>
            </a:extLst>
          </p:cNvPr>
          <p:cNvSpPr txBox="1"/>
          <p:nvPr/>
        </p:nvSpPr>
        <p:spPr>
          <a:xfrm>
            <a:off x="533400" y="2590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906F9B-2EAF-4CC5-245F-A3574664A2B8}"/>
              </a:ext>
            </a:extLst>
          </p:cNvPr>
          <p:cNvSpPr/>
          <p:nvPr/>
        </p:nvSpPr>
        <p:spPr>
          <a:xfrm>
            <a:off x="457200" y="4191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12A592-9582-255C-A3F3-3E02DA43733E}"/>
              </a:ext>
            </a:extLst>
          </p:cNvPr>
          <p:cNvSpPr txBox="1"/>
          <p:nvPr/>
        </p:nvSpPr>
        <p:spPr>
          <a:xfrm>
            <a:off x="533400" y="4241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0E8449D-2DA1-E51C-F6E6-93DEA9DAF841}"/>
              </a:ext>
            </a:extLst>
          </p:cNvPr>
          <p:cNvSpPr/>
          <p:nvPr/>
        </p:nvSpPr>
        <p:spPr>
          <a:xfrm>
            <a:off x="457200" y="5842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C7CFF2-AF91-FBD7-2667-4C9E20EF7759}"/>
              </a:ext>
            </a:extLst>
          </p:cNvPr>
          <p:cNvSpPr txBox="1"/>
          <p:nvPr/>
        </p:nvSpPr>
        <p:spPr>
          <a:xfrm>
            <a:off x="533400" y="5892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70D0CB6-048B-9B2F-743C-D55F5A32A745}"/>
              </a:ext>
            </a:extLst>
          </p:cNvPr>
          <p:cNvSpPr/>
          <p:nvPr/>
        </p:nvSpPr>
        <p:spPr>
          <a:xfrm>
            <a:off x="762000" y="1397000"/>
            <a:ext cx="609600" cy="6096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Start</a:t>
            </a:r>
            <a:endParaRPr kumimoji="1" lang="ja-JP" altLang="en-US" sz="12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3F56314-5117-730F-322B-E3C904813734}"/>
              </a:ext>
            </a:extLst>
          </p:cNvPr>
          <p:cNvSpPr/>
          <p:nvPr/>
        </p:nvSpPr>
        <p:spPr>
          <a:xfrm>
            <a:off x="1778000" y="1244600"/>
            <a:ext cx="2540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env/config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読込
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(LOCAL/PROD)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47D28298-F070-3A94-C865-C02E01F86492}"/>
              </a:ext>
            </a:extLst>
          </p:cNvPr>
          <p:cNvSpPr/>
          <p:nvPr/>
        </p:nvSpPr>
        <p:spPr>
          <a:xfrm>
            <a:off x="10922000" y="1397000"/>
            <a:ext cx="609600" cy="6096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End</a:t>
            </a:r>
            <a:endParaRPr kumimoji="1" lang="ja-JP" altLang="en-US" sz="12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A3FDAA-D6BE-C5F4-27E0-9E2CC47B6390}"/>
              </a:ext>
            </a:extLst>
          </p:cNvPr>
          <p:cNvSpPr/>
          <p:nvPr/>
        </p:nvSpPr>
        <p:spPr>
          <a:xfrm>
            <a:off x="4572000" y="2984500"/>
            <a:ext cx="2159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39D14EC-39BD-8F29-8E90-A4B76A1DEFEE}"/>
              </a:ext>
            </a:extLst>
          </p:cNvPr>
          <p:cNvSpPr/>
          <p:nvPr/>
        </p:nvSpPr>
        <p:spPr>
          <a:xfrm>
            <a:off x="7239000" y="29845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F4A28A9-B0A3-8474-7B68-D58BC227C4E9}"/>
              </a:ext>
            </a:extLst>
          </p:cNvPr>
          <p:cNvSpPr/>
          <p:nvPr/>
        </p:nvSpPr>
        <p:spPr>
          <a:xfrm>
            <a:off x="1778000" y="4572000"/>
            <a:ext cx="2667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PDF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1496F03-641A-A5BC-3D4E-78845E8933FE}"/>
              </a:ext>
            </a:extLst>
          </p:cNvPr>
          <p:cNvSpPr/>
          <p:nvPr/>
        </p:nvSpPr>
        <p:spPr>
          <a:xfrm>
            <a:off x="4826000" y="4572000"/>
            <a:ext cx="2667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転記
部門別集計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B4E4B80-8369-A080-395C-AC547E2B64BF}"/>
              </a:ext>
            </a:extLst>
          </p:cNvPr>
          <p:cNvSpPr/>
          <p:nvPr/>
        </p:nvSpPr>
        <p:spPr>
          <a:xfrm>
            <a:off x="7874000" y="4572000"/>
            <a:ext cx="2667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出力保存
コピー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(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リトライ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)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0C9606F-C1CC-CCA5-D688-97FD63246C6C}"/>
              </a:ext>
            </a:extLst>
          </p:cNvPr>
          <p:cNvSpPr/>
          <p:nvPr/>
        </p:nvSpPr>
        <p:spPr>
          <a:xfrm>
            <a:off x="7874000" y="4000500"/>
            <a:ext cx="2667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解凍
明細</a:t>
            </a:r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読込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104A1A7-A6B3-A328-F19C-5658B30A712A}"/>
              </a:ext>
            </a:extLst>
          </p:cNvPr>
          <p:cNvSpPr/>
          <p:nvPr/>
        </p:nvSpPr>
        <p:spPr>
          <a:xfrm>
            <a:off x="8382000" y="6223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486ABFC-6006-0FF7-43FF-D0059C9C0905}"/>
              </a:ext>
            </a:extLst>
          </p:cNvPr>
          <p:cNvCxnSpPr/>
          <p:nvPr/>
        </p:nvCxnSpPr>
        <p:spPr>
          <a:xfrm flipV="1">
            <a:off x="1371600" y="1625600"/>
            <a:ext cx="406400" cy="762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E03628E4-F39E-129D-26E4-A07163DE7D46}"/>
              </a:ext>
            </a:extLst>
          </p:cNvPr>
          <p:cNvCxnSpPr/>
          <p:nvPr/>
        </p:nvCxnSpPr>
        <p:spPr>
          <a:xfrm>
            <a:off x="4318000" y="1625600"/>
            <a:ext cx="254000" cy="17399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CC64681-1EFD-3B7D-FADE-A1FB5F7219E4}"/>
              </a:ext>
            </a:extLst>
          </p:cNvPr>
          <p:cNvCxnSpPr/>
          <p:nvPr/>
        </p:nvCxnSpPr>
        <p:spPr>
          <a:xfrm>
            <a:off x="6731000" y="3365500"/>
            <a:ext cx="508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023AB2E2-D856-E842-79F3-B2AC2B14DDE5}"/>
              </a:ext>
            </a:extLst>
          </p:cNvPr>
          <p:cNvCxnSpPr/>
          <p:nvPr/>
        </p:nvCxnSpPr>
        <p:spPr>
          <a:xfrm flipH="1">
            <a:off x="7874000" y="3365500"/>
            <a:ext cx="1778000" cy="104775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F758015-8160-2F37-4E8E-F9F6A3998283}"/>
              </a:ext>
            </a:extLst>
          </p:cNvPr>
          <p:cNvCxnSpPr/>
          <p:nvPr/>
        </p:nvCxnSpPr>
        <p:spPr>
          <a:xfrm flipH="1">
            <a:off x="1778000" y="4413250"/>
            <a:ext cx="8763000" cy="5715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EDD41D1-6284-1B6D-9651-A56D61FFAC2F}"/>
              </a:ext>
            </a:extLst>
          </p:cNvPr>
          <p:cNvCxnSpPr/>
          <p:nvPr/>
        </p:nvCxnSpPr>
        <p:spPr>
          <a:xfrm>
            <a:off x="4445000" y="4984750"/>
            <a:ext cx="381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7EC6457-31D7-624B-C145-94D29FDA9111}"/>
              </a:ext>
            </a:extLst>
          </p:cNvPr>
          <p:cNvCxnSpPr/>
          <p:nvPr/>
        </p:nvCxnSpPr>
        <p:spPr>
          <a:xfrm>
            <a:off x="7493000" y="4984750"/>
            <a:ext cx="381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4D97EAE-8815-B150-C9EF-5D49F3764C48}"/>
              </a:ext>
            </a:extLst>
          </p:cNvPr>
          <p:cNvCxnSpPr/>
          <p:nvPr/>
        </p:nvCxnSpPr>
        <p:spPr>
          <a:xfrm flipH="1">
            <a:off x="8382000" y="4984750"/>
            <a:ext cx="2159000" cy="161925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FC6D473-3661-9FD8-43D5-6EB66511FE69}"/>
              </a:ext>
            </a:extLst>
          </p:cNvPr>
          <p:cNvCxnSpPr/>
          <p:nvPr/>
        </p:nvCxnSpPr>
        <p:spPr>
          <a:xfrm flipV="1">
            <a:off x="10795000" y="1701800"/>
            <a:ext cx="127000" cy="49022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02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2026-02-01T02:38:33Z</dcterms:created>
  <dcterms:modified xsi:type="dcterms:W3CDTF">2026-02-01T02:38:33Z</dcterms:modified>
</cp:coreProperties>
</file>