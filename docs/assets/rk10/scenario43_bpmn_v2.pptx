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シナリオ43 BPMN（ETC明細作成）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41248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414"/>
                </a:solidFill>
              </a:defRPr>
            </a:pPr>
            <a:r>
              <a:t>RPA(RK10)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841248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414"/>
                </a:solidFill>
              </a:defRPr>
            </a:pPr>
            <a:r>
              <a:t>ETCサイト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841248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414"/>
                </a:solidFill>
              </a:defRPr>
            </a:pPr>
            <a:r>
              <a:t>ローカル/ファイル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841248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414"/>
                </a:solidFill>
              </a:defRPr>
            </a:pPr>
            <a:r>
              <a:t>メール/通知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41414"/>
                </a:solidFill>
              </a:defRPr>
            </a:pPr>
            <a:r>
              <a:t>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114300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env/config読込</a:t>
            </a:r>
            <a:br/>
            <a:r>
              <a:t>(LOCAL/PROD)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5603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ETCログイン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5603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ZIPダウンロード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ZIP解凍</a:t>
            </a:r>
            <a:br/>
            <a:r>
              <a:t>明細Excel読込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52628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PDFテキスト抽出</a:t>
            </a:r>
            <a:br/>
            <a:r>
              <a:t>合計行取得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52628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Excel転記</a:t>
            </a:r>
            <a:br/>
            <a:r>
              <a:t>部門別集計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52628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出力保存</a:t>
            </a:r>
            <a:br/>
            <a:r>
              <a:t>コピー(リトライ)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39496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結果メール送信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123444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41414"/>
                </a:solidFill>
              </a:defRPr>
            </a:pPr>
            <a:r>
              <a:t>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1463040.0"/>
            <a:ext cx="365760" cy="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26080" y="1463040.0"/>
            <a:ext cx="91440" cy="141732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80560" y="2880360.0"/>
            <a:ext cx="274320" cy="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217920" y="2880360.0"/>
            <a:ext cx="91440" cy="132588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463040" y="4206240.0"/>
            <a:ext cx="6309360" cy="64008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17520" y="4846320.0"/>
            <a:ext cx="365760" cy="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37760" y="4846320.0"/>
            <a:ext cx="91440" cy="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217920" y="4846320.0"/>
            <a:ext cx="365760" cy="86868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72400" y="1463040.0"/>
            <a:ext cx="274320" cy="4251960.0"/>
          </a:xfrm>
          <a:prstGeom prst="line">
            <a:avLst/>
          </a:prstGeom>
          <a:ln>
            <a:solidFill>
              <a:srgbClr val="3C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