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952B03-3AD3-9039-65D5-4F1EB9459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3E774A1-7DA7-7410-D928-858437634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FE0DD4-8530-3F15-B5DC-3EAD3B03D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BD208-14EB-4C08-9436-7C077E2F7BBB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3E8885-43BA-4FE7-5EEF-E16E436F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218EE2-8143-C0C7-123A-7FC277B09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20DAE-0F3B-4A26-AF47-BA9326FF82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6317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774021-4ED2-754A-BC5E-0C9638BC2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AF90DF-69E7-175B-2025-473D5CD6D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A1A5E1-DBD9-C49C-5C4C-533FBA82B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BD208-14EB-4C08-9436-7C077E2F7BBB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83F897-ED75-BA83-B15D-47DC0F3D4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8D27A1-4D5A-46B7-D060-0C14790F1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20DAE-0F3B-4A26-AF47-BA9326FF82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8462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414D5F-BD69-7F5A-BEF6-F5DFA59FF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4DA949-7B43-F828-391F-4A0F4B498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D3F8F3-C0D4-ECC6-30C2-EC7DE701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BD208-14EB-4C08-9436-7C077E2F7BBB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D985D5-10D6-A0A3-02A8-BBCC2BEE8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2EF810-8191-40E1-B84E-31418FC9F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20DAE-0F3B-4A26-AF47-BA9326FF82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8417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006FAC-0D6A-2072-6CE5-84A5B9E9D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4C19EB-9AD1-9151-5BD3-15F78D2B5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1E6DA5-9F27-1FC3-85E6-D83E9DEA4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12C5C7-4CF3-EA53-1A9B-AEFECF2E3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BD208-14EB-4C08-9436-7C077E2F7BBB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1D0E96-4F26-31DD-1FD4-99DFC2DF9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E45F9A-E896-5EB9-71C4-5C76FF34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20DAE-0F3B-4A26-AF47-BA9326FF82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317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236DC5-2D85-F4A0-CF36-141716F9F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D472CF-E5F9-BEF1-0316-243E90393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6CBF622-6518-411B-2BA8-BD08D862C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D5AB7B7-BB7F-E22F-076E-A10D2B0C2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01ED48D-E179-8B63-5FE0-E440803D1B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922B20D-C051-9D46-1A25-4DFA090CE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BD208-14EB-4C08-9436-7C077E2F7BBB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D3FD8F-67AF-1D6D-B697-EEBEDBA90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45D3BEB-4C46-8C10-890C-91BCCEE42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20DAE-0F3B-4A26-AF47-BA9326FF82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542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C98CE4-8525-640F-2340-E51D5726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D78AD95-7C01-62D4-AB63-ECD368C47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BD208-14EB-4C08-9436-7C077E2F7BBB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4366D86-1B9B-778A-55FB-3338159E6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697F31F-0BBE-5C61-C669-0AD986D0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20DAE-0F3B-4A26-AF47-BA9326FF82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9620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A998046-4D8F-81BE-8A40-14E3A3F6C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BD208-14EB-4C08-9436-7C077E2F7BBB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BBB3706-40FC-784C-79F1-BF2C9AC33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B5C7EB4-91A3-F51B-EEE6-A036C41DD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20DAE-0F3B-4A26-AF47-BA9326FF82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9031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136C45-AEF8-0378-A470-C023F58EC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3B107F-B29B-13A1-8753-19F67C91B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22AC08-77E4-B221-9615-087CF6E986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3B24C6-7DB8-F9C3-3CC6-7981C6342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BD208-14EB-4C08-9436-7C077E2F7BBB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C1FE5F-4791-FCF1-E230-8F05E2F70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CFB8899-09ED-1634-8DF9-A2D12A9D7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20DAE-0F3B-4A26-AF47-BA9326FF82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8978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AB89C7-E91C-0E78-908C-27FDF3651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03CABCB-04AF-F6CC-206F-8071330CC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02D1DE9-3D64-FC5A-8BAB-B5E4823F0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E31585C-989B-6EF2-517A-1667BB723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BD208-14EB-4C08-9436-7C077E2F7BBB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E324582-CBA2-18CD-D26A-9D7BC684E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B6D6D3-8F76-FC3C-B101-64ADC2BD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20DAE-0F3B-4A26-AF47-BA9326FF82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0532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47831E-4657-2282-FDA9-C96938F73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34DF150-8243-B7D6-17E3-997A34B88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80339E-113B-1BA6-1B02-BE65EBC03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BD208-14EB-4C08-9436-7C077E2F7BBB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C552C5-045A-DF2D-0FBC-B4F74D143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6379BE-8E03-4CAE-3008-C3B73A4D6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20DAE-0F3B-4A26-AF47-BA9326FF82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3312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354D7C9-62C3-8B26-2892-561119A84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332CFCA-73F9-ED8C-3D4E-1515B0417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522E55-BEBA-C15F-72CE-353BEC88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BD208-14EB-4C08-9436-7C077E2F7BBB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3B7164-53CA-F9CA-0025-82F9153BD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419E7D-E765-F815-94E7-BFB14954C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20DAE-0F3B-4A26-AF47-BA9326FF82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2330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A3C704C-C936-E90E-B276-D74961B5A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318239-1C14-F809-940A-303230030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28FD57-18DF-DD98-3AF5-495F3CAC6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BD208-14EB-4C08-9436-7C077E2F7BBB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407EB4-7387-8B87-B2E7-5EA019036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50E0BF-BF99-A0CE-B48A-E50A979D5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20DAE-0F3B-4A26-AF47-BA9326FF82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331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7D5AF0A-03D7-80F8-9172-D2B8AB48376A}"/>
              </a:ext>
            </a:extLst>
          </p:cNvPr>
          <p:cNvSpPr txBox="1"/>
          <p:nvPr/>
        </p:nvSpPr>
        <p:spPr>
          <a:xfrm>
            <a:off x="457200" y="177800"/>
            <a:ext cx="10160000" cy="4616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kumimoji="1" lang="ja-JP" altLang="en-US" sz="2400" b="1">
                <a:solidFill>
                  <a:srgbClr val="000000"/>
                </a:solidFill>
                <a:latin typeface="Yu Gothic" panose="020B0400000000000000" pitchFamily="50" charset="-128"/>
              </a:rPr>
              <a:t>シナリオ</a:t>
            </a:r>
            <a:r>
              <a:rPr kumimoji="1" lang="en-US" altLang="ja-JP" sz="2400" b="1">
                <a:solidFill>
                  <a:srgbClr val="000000"/>
                </a:solidFill>
                <a:latin typeface="Yu Gothic" panose="020B0400000000000000" pitchFamily="50" charset="-128"/>
              </a:rPr>
              <a:t>43 BPMN</a:t>
            </a:r>
            <a:r>
              <a:rPr kumimoji="1" lang="ja-JP" altLang="en-US" sz="2400" b="1">
                <a:solidFill>
                  <a:srgbClr val="000000"/>
                </a:solidFill>
                <a:latin typeface="Yu Gothic" panose="020B0400000000000000" pitchFamily="50" charset="-128"/>
              </a:rPr>
              <a:t>（</a:t>
            </a:r>
            <a:r>
              <a:rPr kumimoji="1" lang="en-US" altLang="ja-JP" sz="2400" b="1">
                <a:solidFill>
                  <a:srgbClr val="000000"/>
                </a:solidFill>
                <a:latin typeface="Yu Gothic" panose="020B0400000000000000" pitchFamily="50" charset="-128"/>
              </a:rPr>
              <a:t>ETC</a:t>
            </a:r>
            <a:r>
              <a:rPr kumimoji="1" lang="ja-JP" altLang="en-US" sz="2400" b="1">
                <a:solidFill>
                  <a:srgbClr val="000000"/>
                </a:solidFill>
                <a:latin typeface="Yu Gothic" panose="020B0400000000000000" pitchFamily="50" charset="-128"/>
              </a:rPr>
              <a:t>明細作成）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BD8DB0B-5FEB-21E5-36EC-F07FA75CB27F}"/>
              </a:ext>
            </a:extLst>
          </p:cNvPr>
          <p:cNvSpPr/>
          <p:nvPr/>
        </p:nvSpPr>
        <p:spPr>
          <a:xfrm>
            <a:off x="457200" y="889000"/>
            <a:ext cx="11430000" cy="1651000"/>
          </a:xfrm>
          <a:prstGeom prst="rect">
            <a:avLst/>
          </a:prstGeom>
          <a:solidFill>
            <a:srgbClr val="FAF7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F6DEFB4-BCE5-BE72-54A8-3D8998DE453A}"/>
              </a:ext>
            </a:extLst>
          </p:cNvPr>
          <p:cNvSpPr txBox="1"/>
          <p:nvPr/>
        </p:nvSpPr>
        <p:spPr>
          <a:xfrm>
            <a:off x="533400" y="939800"/>
            <a:ext cx="25400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000000"/>
                </a:solidFill>
                <a:latin typeface="Yu Gothic" panose="020B0400000000000000" pitchFamily="50" charset="-128"/>
              </a:rPr>
              <a:t>RPA(RK10)</a:t>
            </a:r>
            <a:endParaRPr kumimoji="1" lang="ja-JP" altLang="en-US" sz="1200" b="1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BF56D22-E64F-4256-5B87-A0BCF701EC43}"/>
              </a:ext>
            </a:extLst>
          </p:cNvPr>
          <p:cNvSpPr/>
          <p:nvPr/>
        </p:nvSpPr>
        <p:spPr>
          <a:xfrm>
            <a:off x="457200" y="2540000"/>
            <a:ext cx="11430000" cy="1651000"/>
          </a:xfrm>
          <a:prstGeom prst="rect">
            <a:avLst/>
          </a:prstGeom>
          <a:solidFill>
            <a:srgbClr val="FAF7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400D71-5D51-8E72-631C-88DA84F785EC}"/>
              </a:ext>
            </a:extLst>
          </p:cNvPr>
          <p:cNvSpPr txBox="1"/>
          <p:nvPr/>
        </p:nvSpPr>
        <p:spPr>
          <a:xfrm>
            <a:off x="533400" y="2590800"/>
            <a:ext cx="25400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000000"/>
                </a:solidFill>
                <a:latin typeface="Yu Gothic" panose="020B0400000000000000" pitchFamily="50" charset="-128"/>
              </a:rPr>
              <a:t>ETC</a:t>
            </a:r>
            <a:r>
              <a:rPr kumimoji="1" lang="ja-JP" altLang="en-US" sz="1200" b="1">
                <a:solidFill>
                  <a:srgbClr val="000000"/>
                </a:solidFill>
                <a:latin typeface="Yu Gothic" panose="020B0400000000000000" pitchFamily="50" charset="-128"/>
              </a:rPr>
              <a:t>サイト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7680CF5-29C5-79FA-06E1-C803CCDE6A30}"/>
              </a:ext>
            </a:extLst>
          </p:cNvPr>
          <p:cNvSpPr/>
          <p:nvPr/>
        </p:nvSpPr>
        <p:spPr>
          <a:xfrm>
            <a:off x="457200" y="4191000"/>
            <a:ext cx="11430000" cy="1651000"/>
          </a:xfrm>
          <a:prstGeom prst="rect">
            <a:avLst/>
          </a:prstGeom>
          <a:solidFill>
            <a:srgbClr val="FAF7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A53B728-D93E-2EDB-9594-9CB1350F7B0B}"/>
              </a:ext>
            </a:extLst>
          </p:cNvPr>
          <p:cNvSpPr txBox="1"/>
          <p:nvPr/>
        </p:nvSpPr>
        <p:spPr>
          <a:xfrm>
            <a:off x="533400" y="4241800"/>
            <a:ext cx="25400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Yu Gothic" panose="020B0400000000000000" pitchFamily="50" charset="-128"/>
              </a:rPr>
              <a:t>ローカル</a:t>
            </a:r>
            <a:r>
              <a:rPr kumimoji="1" lang="en-US" altLang="ja-JP" sz="1200" b="1">
                <a:solidFill>
                  <a:srgbClr val="000000"/>
                </a:solidFill>
                <a:latin typeface="Yu Gothic" panose="020B0400000000000000" pitchFamily="50" charset="-128"/>
              </a:rPr>
              <a:t>/</a:t>
            </a:r>
            <a:r>
              <a:rPr kumimoji="1" lang="ja-JP" altLang="en-US" sz="1200" b="1">
                <a:solidFill>
                  <a:srgbClr val="000000"/>
                </a:solidFill>
                <a:latin typeface="Yu Gothic" panose="020B0400000000000000" pitchFamily="50" charset="-128"/>
              </a:rPr>
              <a:t>ファイル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9379B3B-800F-7257-FA2E-350BD44361B9}"/>
              </a:ext>
            </a:extLst>
          </p:cNvPr>
          <p:cNvSpPr/>
          <p:nvPr/>
        </p:nvSpPr>
        <p:spPr>
          <a:xfrm>
            <a:off x="457200" y="5842000"/>
            <a:ext cx="11430000" cy="1651000"/>
          </a:xfrm>
          <a:prstGeom prst="rect">
            <a:avLst/>
          </a:prstGeom>
          <a:solidFill>
            <a:srgbClr val="FAF7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1DD1E88-7E11-17BE-9B52-51F44183278F}"/>
              </a:ext>
            </a:extLst>
          </p:cNvPr>
          <p:cNvSpPr txBox="1"/>
          <p:nvPr/>
        </p:nvSpPr>
        <p:spPr>
          <a:xfrm>
            <a:off x="533400" y="5892800"/>
            <a:ext cx="25400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Yu Gothic" panose="020B0400000000000000" pitchFamily="50" charset="-128"/>
              </a:rPr>
              <a:t>メール</a:t>
            </a:r>
            <a:r>
              <a:rPr kumimoji="1" lang="en-US" altLang="ja-JP" sz="1200" b="1">
                <a:solidFill>
                  <a:srgbClr val="000000"/>
                </a:solidFill>
                <a:latin typeface="Yu Gothic" panose="020B0400000000000000" pitchFamily="50" charset="-128"/>
              </a:rPr>
              <a:t>/</a:t>
            </a:r>
            <a:r>
              <a:rPr kumimoji="1" lang="ja-JP" altLang="en-US" sz="1200" b="1">
                <a:solidFill>
                  <a:srgbClr val="000000"/>
                </a:solidFill>
                <a:latin typeface="Yu Gothic" panose="020B0400000000000000" pitchFamily="50" charset="-128"/>
              </a:rPr>
              <a:t>通知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C5B2678-DB16-9934-FF60-4EF1BB442CE9}"/>
              </a:ext>
            </a:extLst>
          </p:cNvPr>
          <p:cNvSpPr/>
          <p:nvPr/>
        </p:nvSpPr>
        <p:spPr>
          <a:xfrm>
            <a:off x="762000" y="1295400"/>
            <a:ext cx="68580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b="1">
                <a:solidFill>
                  <a:srgbClr val="000000"/>
                </a:solidFill>
                <a:latin typeface="Yu Gothic" panose="020B0400000000000000" pitchFamily="50" charset="-128"/>
              </a:rPr>
              <a:t>Start</a:t>
            </a:r>
            <a:endParaRPr kumimoji="1" lang="ja-JP" altLang="en-US" sz="1100" b="1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248FA131-4504-8735-ED72-09919D98ABB8}"/>
              </a:ext>
            </a:extLst>
          </p:cNvPr>
          <p:cNvSpPr/>
          <p:nvPr/>
        </p:nvSpPr>
        <p:spPr>
          <a:xfrm>
            <a:off x="1778000" y="1270000"/>
            <a:ext cx="2667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>
                <a:solidFill>
                  <a:srgbClr val="000000"/>
                </a:solidFill>
                <a:latin typeface="Yu Gothic" panose="020B0400000000000000" pitchFamily="50" charset="-128"/>
              </a:rPr>
              <a:t>env/config</a:t>
            </a:r>
            <a:r>
              <a:rPr kumimoji="1" lang="ja-JP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読込
</a:t>
            </a:r>
            <a:r>
              <a:rPr kumimoji="1" lang="en-US" altLang="ja-JP" sz="1300">
                <a:solidFill>
                  <a:srgbClr val="000000"/>
                </a:solidFill>
                <a:latin typeface="Yu Gothic" panose="020B0400000000000000" pitchFamily="50" charset="-128"/>
              </a:rPr>
              <a:t>(LOCAL/PROD)</a:t>
            </a:r>
            <a:endParaRPr kumimoji="1" lang="ja-JP" altLang="en-US" sz="1300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8ECEE2F0-4B2A-F315-CD36-59B47B93EA01}"/>
              </a:ext>
            </a:extLst>
          </p:cNvPr>
          <p:cNvSpPr/>
          <p:nvPr/>
        </p:nvSpPr>
        <p:spPr>
          <a:xfrm>
            <a:off x="10922000" y="1295400"/>
            <a:ext cx="685800" cy="685800"/>
          </a:xfrm>
          <a:prstGeom prst="ellipse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b="1">
                <a:solidFill>
                  <a:srgbClr val="000000"/>
                </a:solidFill>
                <a:latin typeface="Yu Gothic" panose="020B0400000000000000" pitchFamily="50" charset="-128"/>
              </a:rPr>
              <a:t>End</a:t>
            </a:r>
            <a:endParaRPr kumimoji="1" lang="ja-JP" altLang="en-US" sz="1100" b="1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3380579D-358D-A7BF-A813-EB712E340DDA}"/>
              </a:ext>
            </a:extLst>
          </p:cNvPr>
          <p:cNvSpPr/>
          <p:nvPr/>
        </p:nvSpPr>
        <p:spPr>
          <a:xfrm>
            <a:off x="4572000" y="2984500"/>
            <a:ext cx="2159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>
                <a:solidFill>
                  <a:srgbClr val="000000"/>
                </a:solidFill>
                <a:latin typeface="Yu Gothic" panose="020B0400000000000000" pitchFamily="50" charset="-128"/>
              </a:rPr>
              <a:t>ETC</a:t>
            </a:r>
            <a:r>
              <a:rPr kumimoji="1" lang="ja-JP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ログイン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8D0551C-B180-428C-5763-612BB4D98C52}"/>
              </a:ext>
            </a:extLst>
          </p:cNvPr>
          <p:cNvSpPr/>
          <p:nvPr/>
        </p:nvSpPr>
        <p:spPr>
          <a:xfrm>
            <a:off x="7112000" y="2984500"/>
            <a:ext cx="2413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>
                <a:solidFill>
                  <a:srgbClr val="000000"/>
                </a:solidFill>
                <a:latin typeface="Yu Gothic" panose="020B0400000000000000" pitchFamily="50" charset="-128"/>
              </a:rPr>
              <a:t>ZIP</a:t>
            </a:r>
            <a:r>
              <a:rPr kumimoji="1" lang="ja-JP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ダウンロード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43A10023-A7D4-5C7C-98C4-C35741DB4F23}"/>
              </a:ext>
            </a:extLst>
          </p:cNvPr>
          <p:cNvSpPr/>
          <p:nvPr/>
        </p:nvSpPr>
        <p:spPr>
          <a:xfrm>
            <a:off x="1778000" y="4572000"/>
            <a:ext cx="2667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300">
                <a:solidFill>
                  <a:srgbClr val="000000"/>
                </a:solidFill>
                <a:latin typeface="Yu Gothic" panose="020B0400000000000000" pitchFamily="50" charset="-128"/>
              </a:rPr>
              <a:t>ZIP</a:t>
            </a:r>
            <a:r>
              <a:rPr kumimoji="1" lang="zh-TW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解凍
明細</a:t>
            </a:r>
            <a:r>
              <a:rPr kumimoji="1" lang="en-US" altLang="zh-TW" sz="1300">
                <a:solidFill>
                  <a:srgbClr val="000000"/>
                </a:solidFill>
                <a:latin typeface="Yu Gothic" panose="020B0400000000000000" pitchFamily="50" charset="-128"/>
              </a:rPr>
              <a:t>Excel</a:t>
            </a:r>
            <a:r>
              <a:rPr kumimoji="1" lang="zh-TW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読込</a:t>
            </a:r>
            <a:endParaRPr kumimoji="1" lang="ja-JP" altLang="en-US" sz="1300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0DECEA3E-279E-61A4-EF2B-964409AB8A8D}"/>
              </a:ext>
            </a:extLst>
          </p:cNvPr>
          <p:cNvSpPr/>
          <p:nvPr/>
        </p:nvSpPr>
        <p:spPr>
          <a:xfrm>
            <a:off x="4572000" y="4572000"/>
            <a:ext cx="2667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>
                <a:solidFill>
                  <a:srgbClr val="000000"/>
                </a:solidFill>
                <a:latin typeface="Yu Gothic" panose="020B0400000000000000" pitchFamily="50" charset="-128"/>
              </a:rPr>
              <a:t>PDF</a:t>
            </a:r>
            <a:r>
              <a:rPr kumimoji="1" lang="ja-JP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テキスト抽出
合計行取得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A5E3D146-24AA-B28D-035A-78DB21B75FA2}"/>
              </a:ext>
            </a:extLst>
          </p:cNvPr>
          <p:cNvSpPr/>
          <p:nvPr/>
        </p:nvSpPr>
        <p:spPr>
          <a:xfrm>
            <a:off x="7366000" y="4572000"/>
            <a:ext cx="2667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300">
                <a:solidFill>
                  <a:srgbClr val="000000"/>
                </a:solidFill>
                <a:latin typeface="Yu Gothic" panose="020B0400000000000000" pitchFamily="50" charset="-128"/>
              </a:rPr>
              <a:t>Excel</a:t>
            </a:r>
            <a:r>
              <a:rPr kumimoji="1" lang="zh-TW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転記
部門別集計</a:t>
            </a:r>
            <a:endParaRPr kumimoji="1" lang="ja-JP" altLang="en-US" sz="1300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F42FE8A2-6462-B8B5-4A42-0D54A3DEE1B4}"/>
              </a:ext>
            </a:extLst>
          </p:cNvPr>
          <p:cNvSpPr/>
          <p:nvPr/>
        </p:nvSpPr>
        <p:spPr>
          <a:xfrm>
            <a:off x="9906000" y="4572000"/>
            <a:ext cx="2413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出力保存
コピー</a:t>
            </a:r>
            <a:r>
              <a:rPr kumimoji="1" lang="en-US" altLang="ja-JP" sz="1300">
                <a:solidFill>
                  <a:srgbClr val="000000"/>
                </a:solidFill>
                <a:latin typeface="Yu Gothic" panose="020B0400000000000000" pitchFamily="50" charset="-128"/>
              </a:rPr>
              <a:t>(</a:t>
            </a:r>
            <a:r>
              <a:rPr kumimoji="1" lang="ja-JP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リトライ</a:t>
            </a:r>
            <a:r>
              <a:rPr kumimoji="1" lang="en-US" altLang="ja-JP" sz="1300">
                <a:solidFill>
                  <a:srgbClr val="000000"/>
                </a:solidFill>
                <a:latin typeface="Yu Gothic" panose="020B0400000000000000" pitchFamily="50" charset="-128"/>
              </a:rPr>
              <a:t>)</a:t>
            </a:r>
            <a:endParaRPr kumimoji="1" lang="ja-JP" altLang="en-US" sz="1300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022DB3D1-8281-5404-2C1E-80F8994417A8}"/>
              </a:ext>
            </a:extLst>
          </p:cNvPr>
          <p:cNvSpPr/>
          <p:nvPr/>
        </p:nvSpPr>
        <p:spPr>
          <a:xfrm>
            <a:off x="8382000" y="6223000"/>
            <a:ext cx="2413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>
                <a:solidFill>
                  <a:srgbClr val="000000"/>
                </a:solidFill>
                <a:latin typeface="Yu Gothic" panose="020B0400000000000000" pitchFamily="50" charset="-128"/>
              </a:rPr>
              <a:t>結果メール送信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43FE7580-00F0-8376-4997-754F68C9A296}"/>
              </a:ext>
            </a:extLst>
          </p:cNvPr>
          <p:cNvCxnSpPr/>
          <p:nvPr/>
        </p:nvCxnSpPr>
        <p:spPr>
          <a:xfrm>
            <a:off x="1447800" y="1638300"/>
            <a:ext cx="330200" cy="12700"/>
          </a:xfrm>
          <a:prstGeom prst="line">
            <a:avLst/>
          </a:prstGeom>
          <a:ln>
            <a:solidFill>
              <a:srgbClr val="785A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C8DA497D-9D67-4817-C228-2531B9EF67BA}"/>
              </a:ext>
            </a:extLst>
          </p:cNvPr>
          <p:cNvCxnSpPr/>
          <p:nvPr/>
        </p:nvCxnSpPr>
        <p:spPr>
          <a:xfrm>
            <a:off x="4445000" y="1651000"/>
            <a:ext cx="127000" cy="1714500"/>
          </a:xfrm>
          <a:prstGeom prst="line">
            <a:avLst/>
          </a:prstGeom>
          <a:ln>
            <a:solidFill>
              <a:srgbClr val="785A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640015CA-EF19-1E07-9D32-6A247C69342E}"/>
              </a:ext>
            </a:extLst>
          </p:cNvPr>
          <p:cNvCxnSpPr/>
          <p:nvPr/>
        </p:nvCxnSpPr>
        <p:spPr>
          <a:xfrm>
            <a:off x="6731000" y="3365500"/>
            <a:ext cx="381000" cy="0"/>
          </a:xfrm>
          <a:prstGeom prst="line">
            <a:avLst/>
          </a:prstGeom>
          <a:ln>
            <a:solidFill>
              <a:srgbClr val="785A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D1EEBF5-3413-42FC-1D1B-C82880F5D412}"/>
              </a:ext>
            </a:extLst>
          </p:cNvPr>
          <p:cNvCxnSpPr/>
          <p:nvPr/>
        </p:nvCxnSpPr>
        <p:spPr>
          <a:xfrm flipH="1">
            <a:off x="1778000" y="3365500"/>
            <a:ext cx="7747000" cy="1587500"/>
          </a:xfrm>
          <a:prstGeom prst="line">
            <a:avLst/>
          </a:prstGeom>
          <a:ln>
            <a:solidFill>
              <a:srgbClr val="785A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7F2D40B-3F72-A443-D7BC-7CB71F17CCBC}"/>
              </a:ext>
            </a:extLst>
          </p:cNvPr>
          <p:cNvCxnSpPr/>
          <p:nvPr/>
        </p:nvCxnSpPr>
        <p:spPr>
          <a:xfrm>
            <a:off x="4445000" y="4953000"/>
            <a:ext cx="127000" cy="0"/>
          </a:xfrm>
          <a:prstGeom prst="line">
            <a:avLst/>
          </a:prstGeom>
          <a:ln>
            <a:solidFill>
              <a:srgbClr val="785A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8BD9AB04-BD8A-C160-5A36-7F429A3F796E}"/>
              </a:ext>
            </a:extLst>
          </p:cNvPr>
          <p:cNvCxnSpPr/>
          <p:nvPr/>
        </p:nvCxnSpPr>
        <p:spPr>
          <a:xfrm>
            <a:off x="7239000" y="4953000"/>
            <a:ext cx="127000" cy="0"/>
          </a:xfrm>
          <a:prstGeom prst="line">
            <a:avLst/>
          </a:prstGeom>
          <a:ln>
            <a:solidFill>
              <a:srgbClr val="785A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D22767F5-4DB1-1AA7-C0CE-5A3D025AB728}"/>
              </a:ext>
            </a:extLst>
          </p:cNvPr>
          <p:cNvCxnSpPr/>
          <p:nvPr/>
        </p:nvCxnSpPr>
        <p:spPr>
          <a:xfrm flipH="1">
            <a:off x="9906000" y="4953000"/>
            <a:ext cx="127000" cy="0"/>
          </a:xfrm>
          <a:prstGeom prst="line">
            <a:avLst/>
          </a:prstGeom>
          <a:ln>
            <a:solidFill>
              <a:srgbClr val="785A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D1A993AA-EFA3-F1C9-A020-6FF38B218072}"/>
              </a:ext>
            </a:extLst>
          </p:cNvPr>
          <p:cNvCxnSpPr/>
          <p:nvPr/>
        </p:nvCxnSpPr>
        <p:spPr>
          <a:xfrm flipH="1">
            <a:off x="8382000" y="4953000"/>
            <a:ext cx="3937000" cy="1651000"/>
          </a:xfrm>
          <a:prstGeom prst="line">
            <a:avLst/>
          </a:prstGeom>
          <a:ln>
            <a:solidFill>
              <a:srgbClr val="785A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5655A2CB-9EF7-AB82-C7E7-31C00356F1D4}"/>
              </a:ext>
            </a:extLst>
          </p:cNvPr>
          <p:cNvCxnSpPr/>
          <p:nvPr/>
        </p:nvCxnSpPr>
        <p:spPr>
          <a:xfrm flipV="1">
            <a:off x="10795000" y="1638300"/>
            <a:ext cx="127000" cy="4965700"/>
          </a:xfrm>
          <a:prstGeom prst="line">
            <a:avLst/>
          </a:prstGeom>
          <a:ln>
            <a:solidFill>
              <a:srgbClr val="785A3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675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ワイド画面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Yu Gothic</vt:lpstr>
      <vt:lpstr>Yu Gothic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Masaru Okamura</dc:creator>
  <cp:lastModifiedBy>Masaru Okamura</cp:lastModifiedBy>
  <cp:revision>1</cp:revision>
  <dcterms:created xsi:type="dcterms:W3CDTF">2026-02-01T02:43:08Z</dcterms:created>
  <dcterms:modified xsi:type="dcterms:W3CDTF">2026-02-01T02:43:08Z</dcterms:modified>
</cp:coreProperties>
</file>