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1E1E"/>
                </a:solidFill>
                <a:latin typeface="Meiryo"/>
              </a:rPr>
              <a:t>37 ??????????  ???????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1548872" cy="5989320"/>
          </a:xfrm>
          <a:prstGeom prst="rect">
            <a:avLst/>
          </a:prstGeom>
          <a:solidFill>
            <a:srgbClr val="FFFFFF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094476" y="502920"/>
            <a:ext cx="0" cy="5989320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0040" y="502920"/>
            <a:ext cx="5774436" cy="457200"/>
          </a:xfrm>
          <a:prstGeom prst="rect">
            <a:avLst/>
          </a:prstGeom>
          <a:solidFill>
            <a:srgbClr val="9CAEBE"/>
          </a:solidFill>
          <a:ln>
            <a:solidFill>
              <a:srgbClr val="9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???????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6" y="502920"/>
            <a:ext cx="5774436" cy="457200"/>
          </a:xfrm>
          <a:prstGeom prst="rect">
            <a:avLst/>
          </a:prstGeom>
          <a:solidFill>
            <a:srgbClr val="9CAEBE"/>
          </a:solidFill>
          <a:ln>
            <a:solidFill>
              <a:srgbClr val="9CA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????RPA???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1. WF???????????WF?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01368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2. ???????????????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59736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3. ?????????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18104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4. ??????????/?????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76472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5. WF????????????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7356" y="1143000"/>
            <a:ext cx="5408676" cy="548640"/>
          </a:xfrm>
          <a:prstGeom prst="roundRect">
            <a:avLst/>
          </a:prstGeom>
          <a:solidFill>
            <a:srgbClr val="FAE6D2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1. ?????????/????/????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7356" y="1801368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2. WF??/???????PDF??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7356" y="2459736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3. ??/?????????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3118104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4. ?????????API?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3776472"/>
            <a:ext cx="5408676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82828"/>
                </a:solidFill>
                <a:latin typeface="Meiryo"/>
              </a:defRPr>
            </a:pPr>
            <a:r>
              <a:t>5. ???????</a:t>
            </a:r>
          </a:p>
        </p:txBody>
      </p:sp>
      <p:sp>
        <p:nvSpPr>
          <p:cNvPr id="17" name="Diamond 16"/>
          <p:cNvSpPr/>
          <p:nvPr/>
        </p:nvSpPr>
        <p:spPr>
          <a:xfrm>
            <a:off x="8433054" y="4434840"/>
            <a:ext cx="1097280" cy="731520"/>
          </a:xfrm>
          <a:prstGeom prst="diamond">
            <a:avLst/>
          </a:prstGeom>
          <a:solidFill>
            <a:srgbClr val="D2EBF0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Meiryo"/>
              </a:rPr>
              <a:t>???</a:t>
            </a:r>
          </a:p>
          <a:p>
            <a:r>
              <a:t>???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7356" y="5349240"/>
            <a:ext cx="2612898" cy="502920"/>
          </a:xfrm>
          <a:prstGeom prst="roundRect">
            <a:avLst/>
          </a:prstGeom>
          <a:solidFill>
            <a:srgbClr val="FAE6D2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Meiryo"/>
              </a:rPr>
              <a:t>????</a:t>
            </a:r>
          </a:p>
          <a:p>
            <a:r>
              <a:t>????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3134" y="5349240"/>
            <a:ext cx="261289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40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Meiryo"/>
              </a:rPr>
              <a:t>????</a:t>
            </a:r>
          </a:p>
          <a:p>
            <a:r>
              <a:t>??????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7258.0" y="1691640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7258.0" y="2350008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07258.0" y="3008376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207258.0" y="3666744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81694.0" y="1691640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81694.0" y="2350008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81694.0" y="3008376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81694.0" y="3666744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81694.0" y="4325112"/>
            <a:ext cx="0.0" cy="109728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583805.0" y="5166360"/>
            <a:ext cx="1397889.0" cy="18288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81694.0" y="5166360"/>
            <a:ext cx="1397889.0" cy="18288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55205" y="51663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Meiryo"/>
              </a:defRPr>
            </a:pPr>
            <a: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2423" y="516636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Meiryo"/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4652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Meiryo"/>
              </a:defRPr>
            </a:pPr>
            <a:r>
              <a:t>????=????=????=???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64465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  <a:latin typeface="Meiryo"/>
              </a:defRPr>
            </a:pPr>
            <a:r>
              <a:t>??????????????????????????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